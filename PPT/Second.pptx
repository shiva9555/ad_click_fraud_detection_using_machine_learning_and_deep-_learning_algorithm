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51"/>
  </p:notesMasterIdLst>
  <p:sldIdLst>
    <p:sldId id="421" r:id="rId2"/>
    <p:sldId id="257" r:id="rId3"/>
    <p:sldId id="258" r:id="rId4"/>
    <p:sldId id="289" r:id="rId5"/>
    <p:sldId id="259" r:id="rId6"/>
    <p:sldId id="261" r:id="rId7"/>
    <p:sldId id="491" r:id="rId8"/>
    <p:sldId id="492" r:id="rId9"/>
    <p:sldId id="493" r:id="rId10"/>
    <p:sldId id="292" r:id="rId11"/>
    <p:sldId id="463" r:id="rId12"/>
    <p:sldId id="490" r:id="rId13"/>
    <p:sldId id="464" r:id="rId14"/>
    <p:sldId id="494" r:id="rId15"/>
    <p:sldId id="465" r:id="rId16"/>
    <p:sldId id="262" r:id="rId17"/>
    <p:sldId id="407" r:id="rId18"/>
    <p:sldId id="266" r:id="rId19"/>
    <p:sldId id="297" r:id="rId20"/>
    <p:sldId id="496" r:id="rId21"/>
    <p:sldId id="499" r:id="rId22"/>
    <p:sldId id="498" r:id="rId23"/>
    <p:sldId id="497" r:id="rId24"/>
    <p:sldId id="500" r:id="rId25"/>
    <p:sldId id="501" r:id="rId26"/>
    <p:sldId id="296" r:id="rId27"/>
    <p:sldId id="488" r:id="rId28"/>
    <p:sldId id="268" r:id="rId29"/>
    <p:sldId id="472" r:id="rId30"/>
    <p:sldId id="477" r:id="rId31"/>
    <p:sldId id="478" r:id="rId32"/>
    <p:sldId id="479" r:id="rId33"/>
    <p:sldId id="480" r:id="rId34"/>
    <p:sldId id="409" r:id="rId35"/>
    <p:sldId id="410" r:id="rId36"/>
    <p:sldId id="411" r:id="rId37"/>
    <p:sldId id="413" r:id="rId38"/>
    <p:sldId id="412" r:id="rId39"/>
    <p:sldId id="415" r:id="rId40"/>
    <p:sldId id="414" r:id="rId41"/>
    <p:sldId id="430" r:id="rId42"/>
    <p:sldId id="416" r:id="rId43"/>
    <p:sldId id="417" r:id="rId44"/>
    <p:sldId id="461" r:id="rId45"/>
    <p:sldId id="462" r:id="rId46"/>
    <p:sldId id="390" r:id="rId47"/>
    <p:sldId id="418" r:id="rId48"/>
    <p:sldId id="449" r:id="rId49"/>
    <p:sldId id="272" r:id="rId50"/>
  </p:sldIdLst>
  <p:sldSz cx="9144000" cy="5143500" type="screen16x9"/>
  <p:notesSz cx="6858000" cy="9144000"/>
  <p:embeddedFontLst>
    <p:embeddedFont>
      <p:font typeface="Bebas Neue" panose="020B0606020202050201" pitchFamily="34" charset="0"/>
      <p:regular r:id="rId52"/>
    </p:embeddedFont>
    <p:embeddedFont>
      <p:font typeface="Poppins" panose="00000500000000000000" pitchFamily="2" charset="0"/>
      <p:regular r:id="rId53"/>
      <p:bold r:id="rId54"/>
      <p:italic r:id="rId55"/>
      <p:boldItalic r:id="rId56"/>
    </p:embeddedFont>
    <p:embeddedFont>
      <p:font typeface="Poppins Black" panose="00000A00000000000000" pitchFamily="2" charset="0"/>
      <p:bold r:id="rId57"/>
      <p:boldItalic r:id="rId5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711" userDrawn="1">
          <p15:clr>
            <a:srgbClr val="9AA0A6"/>
          </p15:clr>
        </p15:guide>
        <p15:guide id="2" pos="287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A5B7C5"/>
    <a:srgbClr val="445D7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559" autoAdjust="0"/>
    <p:restoredTop sz="94660"/>
  </p:normalViewPr>
  <p:slideViewPr>
    <p:cSldViewPr snapToGrid="0">
      <p:cViewPr varScale="1">
        <p:scale>
          <a:sx n="94" d="100"/>
          <a:sy n="94" d="100"/>
        </p:scale>
        <p:origin x="738" y="90"/>
      </p:cViewPr>
      <p:guideLst>
        <p:guide orient="horz" pos="711"/>
        <p:guide pos="287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font" Target="fonts/font4.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font" Target="fonts/font3.fntdata"/><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2.fntdata"/><Relationship Id="rId58" Type="http://schemas.openxmlformats.org/officeDocument/2006/relationships/font" Target="NUL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6.fntdata"/><Relationship Id="rId61"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1.fntdata"/><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5.fntdata"/><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g1b28366aba4_0_6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2" name="Google Shape;372;g1b28366aba4_0_6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1b28366aba4_0_7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0" name="Google Shape;390;g1b28366aba4_0_7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1b28366aba4_0_7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0" name="Google Shape;390;g1b28366aba4_0_7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1b28366aba4_0_12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4" name="Google Shape;664;g1b28366aba4_0_12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5"/>
        <p:cNvGrpSpPr/>
        <p:nvPr/>
      </p:nvGrpSpPr>
      <p:grpSpPr>
        <a:xfrm>
          <a:off x="0" y="0"/>
          <a:ext cx="0" cy="0"/>
          <a:chOff x="0" y="0"/>
          <a:chExt cx="0" cy="0"/>
        </a:xfrm>
      </p:grpSpPr>
      <p:sp>
        <p:nvSpPr>
          <p:cNvPr id="686" name="Google Shape;686;g1b28366aba4_0_13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7" name="Google Shape;687;g1b28366aba4_0_13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5">
          <a:extLst>
            <a:ext uri="{FF2B5EF4-FFF2-40B4-BE49-F238E27FC236}">
              <a16:creationId xmlns:a16="http://schemas.microsoft.com/office/drawing/2014/main" id="{4A2D3649-1C89-52AA-1CDD-2FA1AF36A88E}"/>
            </a:ext>
          </a:extLst>
        </p:cNvPr>
        <p:cNvGrpSpPr/>
        <p:nvPr/>
      </p:nvGrpSpPr>
      <p:grpSpPr>
        <a:xfrm>
          <a:off x="0" y="0"/>
          <a:ext cx="0" cy="0"/>
          <a:chOff x="0" y="0"/>
          <a:chExt cx="0" cy="0"/>
        </a:xfrm>
      </p:grpSpPr>
      <p:sp>
        <p:nvSpPr>
          <p:cNvPr id="686" name="Google Shape;686;g1b28366aba4_0_1311:notes">
            <a:extLst>
              <a:ext uri="{FF2B5EF4-FFF2-40B4-BE49-F238E27FC236}">
                <a16:creationId xmlns:a16="http://schemas.microsoft.com/office/drawing/2014/main" id="{0CC69127-6497-3009-F443-1FF96884AFA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7" name="Google Shape;687;g1b28366aba4_0_1311:notes">
            <a:extLst>
              <a:ext uri="{FF2B5EF4-FFF2-40B4-BE49-F238E27FC236}">
                <a16:creationId xmlns:a16="http://schemas.microsoft.com/office/drawing/2014/main" id="{AFE6E053-8512-1FB7-C7AB-D3591E33700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083041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5">
          <a:extLst>
            <a:ext uri="{FF2B5EF4-FFF2-40B4-BE49-F238E27FC236}">
              <a16:creationId xmlns:a16="http://schemas.microsoft.com/office/drawing/2014/main" id="{93207374-48D2-D9FB-E6BE-92DF253EB7AE}"/>
            </a:ext>
          </a:extLst>
        </p:cNvPr>
        <p:cNvGrpSpPr/>
        <p:nvPr/>
      </p:nvGrpSpPr>
      <p:grpSpPr>
        <a:xfrm>
          <a:off x="0" y="0"/>
          <a:ext cx="0" cy="0"/>
          <a:chOff x="0" y="0"/>
          <a:chExt cx="0" cy="0"/>
        </a:xfrm>
      </p:grpSpPr>
      <p:sp>
        <p:nvSpPr>
          <p:cNvPr id="686" name="Google Shape;686;g1b28366aba4_0_1311:notes">
            <a:extLst>
              <a:ext uri="{FF2B5EF4-FFF2-40B4-BE49-F238E27FC236}">
                <a16:creationId xmlns:a16="http://schemas.microsoft.com/office/drawing/2014/main" id="{36F599AD-7104-BED6-4424-FB11101D212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7" name="Google Shape;687;g1b28366aba4_0_1311:notes">
            <a:extLst>
              <a:ext uri="{FF2B5EF4-FFF2-40B4-BE49-F238E27FC236}">
                <a16:creationId xmlns:a16="http://schemas.microsoft.com/office/drawing/2014/main" id="{84F3E7A4-660D-8D5E-39CC-86F445B21B9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153025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5">
          <a:extLst>
            <a:ext uri="{FF2B5EF4-FFF2-40B4-BE49-F238E27FC236}">
              <a16:creationId xmlns:a16="http://schemas.microsoft.com/office/drawing/2014/main" id="{48CDCF74-66D1-099A-DC59-3969541E2BB1}"/>
            </a:ext>
          </a:extLst>
        </p:cNvPr>
        <p:cNvGrpSpPr/>
        <p:nvPr/>
      </p:nvGrpSpPr>
      <p:grpSpPr>
        <a:xfrm>
          <a:off x="0" y="0"/>
          <a:ext cx="0" cy="0"/>
          <a:chOff x="0" y="0"/>
          <a:chExt cx="0" cy="0"/>
        </a:xfrm>
      </p:grpSpPr>
      <p:sp>
        <p:nvSpPr>
          <p:cNvPr id="686" name="Google Shape;686;g1b28366aba4_0_1311:notes">
            <a:extLst>
              <a:ext uri="{FF2B5EF4-FFF2-40B4-BE49-F238E27FC236}">
                <a16:creationId xmlns:a16="http://schemas.microsoft.com/office/drawing/2014/main" id="{878B0B96-108C-7B55-443E-4A916DF6F09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7" name="Google Shape;687;g1b28366aba4_0_1311:notes">
            <a:extLst>
              <a:ext uri="{FF2B5EF4-FFF2-40B4-BE49-F238E27FC236}">
                <a16:creationId xmlns:a16="http://schemas.microsoft.com/office/drawing/2014/main" id="{39623A38-FA8D-90E0-204D-6474AAF8E31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178827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1b290a72fa3_1_9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0" name="Google Shape;890;g1b290a72fa3_1_9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1b290a72fa3_1_9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0" name="Google Shape;890;g1b290a72fa3_1_9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486297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1b290a72fa3_1_9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0" name="Google Shape;890;g1b290a72fa3_1_9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494955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1b290a72fa3_1_9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0" name="Google Shape;890;g1b290a72fa3_1_9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085420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a:extLst>
            <a:ext uri="{FF2B5EF4-FFF2-40B4-BE49-F238E27FC236}">
              <a16:creationId xmlns:a16="http://schemas.microsoft.com/office/drawing/2014/main" id="{3BFD5D6E-505C-C2EB-E0CF-DCB9F1F72D3B}"/>
            </a:ext>
          </a:extLst>
        </p:cNvPr>
        <p:cNvGrpSpPr/>
        <p:nvPr/>
      </p:nvGrpSpPr>
      <p:grpSpPr>
        <a:xfrm>
          <a:off x="0" y="0"/>
          <a:ext cx="0" cy="0"/>
          <a:chOff x="0" y="0"/>
          <a:chExt cx="0" cy="0"/>
        </a:xfrm>
      </p:grpSpPr>
      <p:sp>
        <p:nvSpPr>
          <p:cNvPr id="889" name="Google Shape;889;g1b290a72fa3_1_929:notes">
            <a:extLst>
              <a:ext uri="{FF2B5EF4-FFF2-40B4-BE49-F238E27FC236}">
                <a16:creationId xmlns:a16="http://schemas.microsoft.com/office/drawing/2014/main" id="{90055F98-96B5-D5D3-AA82-D35DD90F153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0" name="Google Shape;890;g1b290a72fa3_1_929:notes">
            <a:extLst>
              <a:ext uri="{FF2B5EF4-FFF2-40B4-BE49-F238E27FC236}">
                <a16:creationId xmlns:a16="http://schemas.microsoft.com/office/drawing/2014/main" id="{F3A0AF49-59B5-E2D2-2565-0A1378AD7EB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368923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1b290a72fa3_1_9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0" name="Google Shape;890;g1b290a72fa3_1_9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33254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1"/>
        <p:cNvGrpSpPr/>
        <p:nvPr/>
      </p:nvGrpSpPr>
      <p:grpSpPr>
        <a:xfrm>
          <a:off x="0" y="0"/>
          <a:ext cx="0" cy="0"/>
          <a:chOff x="0" y="0"/>
          <a:chExt cx="0" cy="0"/>
        </a:xfrm>
      </p:grpSpPr>
      <p:sp>
        <p:nvSpPr>
          <p:cNvPr id="862" name="Google Shape;862;g1b28366aba4_0_15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3" name="Google Shape;863;g1b28366aba4_0_15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AAE1FE-786B-4B83-86A4-F53D629261B4}" type="slidenum">
              <a:rPr lang="en-US" smtClean="0"/>
              <a:t>17</a:t>
            </a:fld>
            <a:endParaRPr lang="en-US" dirty="0"/>
          </a:p>
        </p:txBody>
      </p:sp>
    </p:spTree>
    <p:extLst>
      <p:ext uri="{BB962C8B-B14F-4D97-AF65-F5344CB8AC3E}">
        <p14:creationId xmlns:p14="http://schemas.microsoft.com/office/powerpoint/2010/main" val="15247872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3"/>
        <p:cNvGrpSpPr/>
        <p:nvPr/>
      </p:nvGrpSpPr>
      <p:grpSpPr>
        <a:xfrm>
          <a:off x="0" y="0"/>
          <a:ext cx="0" cy="0"/>
          <a:chOff x="0" y="0"/>
          <a:chExt cx="0" cy="0"/>
        </a:xfrm>
      </p:grpSpPr>
      <p:sp>
        <p:nvSpPr>
          <p:cNvPr id="1164" name="Google Shape;1164;g1b290a72fa3_1_10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5" name="Google Shape;1165;g1b290a72fa3_1_10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a:extLst>
            <a:ext uri="{FF2B5EF4-FFF2-40B4-BE49-F238E27FC236}">
              <a16:creationId xmlns:a16="http://schemas.microsoft.com/office/drawing/2014/main" id="{96121088-0E87-A64E-89B1-426DD31D863A}"/>
            </a:ext>
          </a:extLst>
        </p:cNvPr>
        <p:cNvGrpSpPr/>
        <p:nvPr/>
      </p:nvGrpSpPr>
      <p:grpSpPr>
        <a:xfrm>
          <a:off x="0" y="0"/>
          <a:ext cx="0" cy="0"/>
          <a:chOff x="0" y="0"/>
          <a:chExt cx="0" cy="0"/>
        </a:xfrm>
      </p:grpSpPr>
      <p:sp>
        <p:nvSpPr>
          <p:cNvPr id="1558" name="Google Shape;1558;g1b290a72fa3_1_1513:notes">
            <a:extLst>
              <a:ext uri="{FF2B5EF4-FFF2-40B4-BE49-F238E27FC236}">
                <a16:creationId xmlns:a16="http://schemas.microsoft.com/office/drawing/2014/main" id="{2B2CFEA6-FE3A-A4D1-7A30-520B61E9896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a:extLst>
              <a:ext uri="{FF2B5EF4-FFF2-40B4-BE49-F238E27FC236}">
                <a16:creationId xmlns:a16="http://schemas.microsoft.com/office/drawing/2014/main" id="{3F418CDF-03C5-E881-C8C4-CCABD26B438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818747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a:extLst>
            <a:ext uri="{FF2B5EF4-FFF2-40B4-BE49-F238E27FC236}">
              <a16:creationId xmlns:a16="http://schemas.microsoft.com/office/drawing/2014/main" id="{91FA2D20-1123-BACA-D91D-63AA36F17AA4}"/>
            </a:ext>
          </a:extLst>
        </p:cNvPr>
        <p:cNvGrpSpPr/>
        <p:nvPr/>
      </p:nvGrpSpPr>
      <p:grpSpPr>
        <a:xfrm>
          <a:off x="0" y="0"/>
          <a:ext cx="0" cy="0"/>
          <a:chOff x="0" y="0"/>
          <a:chExt cx="0" cy="0"/>
        </a:xfrm>
      </p:grpSpPr>
      <p:sp>
        <p:nvSpPr>
          <p:cNvPr id="1558" name="Google Shape;1558;g1b290a72fa3_1_1513:notes">
            <a:extLst>
              <a:ext uri="{FF2B5EF4-FFF2-40B4-BE49-F238E27FC236}">
                <a16:creationId xmlns:a16="http://schemas.microsoft.com/office/drawing/2014/main" id="{18524286-E3ED-2FF0-2694-DFC3DB3AEBC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a:extLst>
              <a:ext uri="{FF2B5EF4-FFF2-40B4-BE49-F238E27FC236}">
                <a16:creationId xmlns:a16="http://schemas.microsoft.com/office/drawing/2014/main" id="{42EEC30F-B1BD-6A9E-641E-CA4E4EFABF7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057183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a:extLst>
            <a:ext uri="{FF2B5EF4-FFF2-40B4-BE49-F238E27FC236}">
              <a16:creationId xmlns:a16="http://schemas.microsoft.com/office/drawing/2014/main" id="{8BA02FFD-D0B2-6F6E-C4A7-A6B4783A9C60}"/>
            </a:ext>
          </a:extLst>
        </p:cNvPr>
        <p:cNvGrpSpPr/>
        <p:nvPr/>
      </p:nvGrpSpPr>
      <p:grpSpPr>
        <a:xfrm>
          <a:off x="0" y="0"/>
          <a:ext cx="0" cy="0"/>
          <a:chOff x="0" y="0"/>
          <a:chExt cx="0" cy="0"/>
        </a:xfrm>
      </p:grpSpPr>
      <p:sp>
        <p:nvSpPr>
          <p:cNvPr id="1558" name="Google Shape;1558;g1b290a72fa3_1_1513:notes">
            <a:extLst>
              <a:ext uri="{FF2B5EF4-FFF2-40B4-BE49-F238E27FC236}">
                <a16:creationId xmlns:a16="http://schemas.microsoft.com/office/drawing/2014/main" id="{AA3C733D-CB83-5585-77E8-10D19CD7CA4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a:extLst>
              <a:ext uri="{FF2B5EF4-FFF2-40B4-BE49-F238E27FC236}">
                <a16:creationId xmlns:a16="http://schemas.microsoft.com/office/drawing/2014/main" id="{9D2718E6-B518-FBD9-85FC-257B09D6211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481161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a:extLst>
            <a:ext uri="{FF2B5EF4-FFF2-40B4-BE49-F238E27FC236}">
              <a16:creationId xmlns:a16="http://schemas.microsoft.com/office/drawing/2014/main" id="{6E237F07-BECF-E300-9B62-04365072D281}"/>
            </a:ext>
          </a:extLst>
        </p:cNvPr>
        <p:cNvGrpSpPr/>
        <p:nvPr/>
      </p:nvGrpSpPr>
      <p:grpSpPr>
        <a:xfrm>
          <a:off x="0" y="0"/>
          <a:ext cx="0" cy="0"/>
          <a:chOff x="0" y="0"/>
          <a:chExt cx="0" cy="0"/>
        </a:xfrm>
      </p:grpSpPr>
      <p:sp>
        <p:nvSpPr>
          <p:cNvPr id="1558" name="Google Shape;1558;g1b290a72fa3_1_1513:notes">
            <a:extLst>
              <a:ext uri="{FF2B5EF4-FFF2-40B4-BE49-F238E27FC236}">
                <a16:creationId xmlns:a16="http://schemas.microsoft.com/office/drawing/2014/main" id="{6C53FFF8-417C-C235-FF18-7ADB4D7460E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a:extLst>
              <a:ext uri="{FF2B5EF4-FFF2-40B4-BE49-F238E27FC236}">
                <a16:creationId xmlns:a16="http://schemas.microsoft.com/office/drawing/2014/main" id="{C3428C08-822A-A6D8-63EA-3B15C5024EB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249405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a:extLst>
            <a:ext uri="{FF2B5EF4-FFF2-40B4-BE49-F238E27FC236}">
              <a16:creationId xmlns:a16="http://schemas.microsoft.com/office/drawing/2014/main" id="{5F6736D9-C3F4-073E-2FB4-9A1182DF0767}"/>
            </a:ext>
          </a:extLst>
        </p:cNvPr>
        <p:cNvGrpSpPr/>
        <p:nvPr/>
      </p:nvGrpSpPr>
      <p:grpSpPr>
        <a:xfrm>
          <a:off x="0" y="0"/>
          <a:ext cx="0" cy="0"/>
          <a:chOff x="0" y="0"/>
          <a:chExt cx="0" cy="0"/>
        </a:xfrm>
      </p:grpSpPr>
      <p:sp>
        <p:nvSpPr>
          <p:cNvPr id="1558" name="Google Shape;1558;g1b290a72fa3_1_1513:notes">
            <a:extLst>
              <a:ext uri="{FF2B5EF4-FFF2-40B4-BE49-F238E27FC236}">
                <a16:creationId xmlns:a16="http://schemas.microsoft.com/office/drawing/2014/main" id="{5B3EC7CC-48C8-C07B-CBE7-2387F268C3E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a:extLst>
              <a:ext uri="{FF2B5EF4-FFF2-40B4-BE49-F238E27FC236}">
                <a16:creationId xmlns:a16="http://schemas.microsoft.com/office/drawing/2014/main" id="{757F4C96-4EA9-76FE-B97F-74249363368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062162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a:extLst>
            <a:ext uri="{FF2B5EF4-FFF2-40B4-BE49-F238E27FC236}">
              <a16:creationId xmlns:a16="http://schemas.microsoft.com/office/drawing/2014/main" id="{34559BE5-8D33-F0F5-E15F-D28FF3F64314}"/>
            </a:ext>
          </a:extLst>
        </p:cNvPr>
        <p:cNvGrpSpPr/>
        <p:nvPr/>
      </p:nvGrpSpPr>
      <p:grpSpPr>
        <a:xfrm>
          <a:off x="0" y="0"/>
          <a:ext cx="0" cy="0"/>
          <a:chOff x="0" y="0"/>
          <a:chExt cx="0" cy="0"/>
        </a:xfrm>
      </p:grpSpPr>
      <p:sp>
        <p:nvSpPr>
          <p:cNvPr id="1558" name="Google Shape;1558;g1b290a72fa3_1_1513:notes">
            <a:extLst>
              <a:ext uri="{FF2B5EF4-FFF2-40B4-BE49-F238E27FC236}">
                <a16:creationId xmlns:a16="http://schemas.microsoft.com/office/drawing/2014/main" id="{5CF26DA6-E12D-91AE-37D2-0C2755C6162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a:extLst>
              <a:ext uri="{FF2B5EF4-FFF2-40B4-BE49-F238E27FC236}">
                <a16:creationId xmlns:a16="http://schemas.microsoft.com/office/drawing/2014/main" id="{7BD965B4-1A65-4728-C4DE-47BA9D7BAED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4818350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7"/>
        <p:cNvGrpSpPr/>
        <p:nvPr/>
      </p:nvGrpSpPr>
      <p:grpSpPr>
        <a:xfrm>
          <a:off x="0" y="0"/>
          <a:ext cx="0" cy="0"/>
          <a:chOff x="0" y="0"/>
          <a:chExt cx="0" cy="0"/>
        </a:xfrm>
      </p:grpSpPr>
      <p:sp>
        <p:nvSpPr>
          <p:cNvPr id="1558" name="Google Shape;1558;g1b290a72fa3_1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9" name="Google Shape;1559;g1b290a72fa3_1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5061099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1"/>
        <p:cNvGrpSpPr/>
        <p:nvPr/>
      </p:nvGrpSpPr>
      <p:grpSpPr>
        <a:xfrm>
          <a:off x="0" y="0"/>
          <a:ext cx="0" cy="0"/>
          <a:chOff x="0" y="0"/>
          <a:chExt cx="0" cy="0"/>
        </a:xfrm>
      </p:grpSpPr>
      <p:sp>
        <p:nvSpPr>
          <p:cNvPr id="1222" name="Google Shape;1222;g1b290a72fa3_1_15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3" name="Google Shape;1223;g1b290a72fa3_1_15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1"/>
        <p:cNvGrpSpPr/>
        <p:nvPr/>
      </p:nvGrpSpPr>
      <p:grpSpPr>
        <a:xfrm>
          <a:off x="0" y="0"/>
          <a:ext cx="0" cy="0"/>
          <a:chOff x="0" y="0"/>
          <a:chExt cx="0" cy="0"/>
        </a:xfrm>
      </p:grpSpPr>
      <p:sp>
        <p:nvSpPr>
          <p:cNvPr id="1222" name="Google Shape;1222;g1b290a72fa3_1_15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3" name="Google Shape;1223;g1b290a72fa3_1_15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3764891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1"/>
        <p:cNvGrpSpPr/>
        <p:nvPr/>
      </p:nvGrpSpPr>
      <p:grpSpPr>
        <a:xfrm>
          <a:off x="0" y="0"/>
          <a:ext cx="0" cy="0"/>
          <a:chOff x="0" y="0"/>
          <a:chExt cx="0" cy="0"/>
        </a:xfrm>
      </p:grpSpPr>
      <p:sp>
        <p:nvSpPr>
          <p:cNvPr id="1222" name="Google Shape;1222;g1b290a72fa3_1_15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3" name="Google Shape;1223;g1b290a72fa3_1_15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141821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1"/>
        <p:cNvGrpSpPr/>
        <p:nvPr/>
      </p:nvGrpSpPr>
      <p:grpSpPr>
        <a:xfrm>
          <a:off x="0" y="0"/>
          <a:ext cx="0" cy="0"/>
          <a:chOff x="0" y="0"/>
          <a:chExt cx="0" cy="0"/>
        </a:xfrm>
      </p:grpSpPr>
      <p:sp>
        <p:nvSpPr>
          <p:cNvPr id="1222" name="Google Shape;1222;g1b290a72fa3_1_15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3" name="Google Shape;1223;g1b290a72fa3_1_15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2709794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1"/>
        <p:cNvGrpSpPr/>
        <p:nvPr/>
      </p:nvGrpSpPr>
      <p:grpSpPr>
        <a:xfrm>
          <a:off x="0" y="0"/>
          <a:ext cx="0" cy="0"/>
          <a:chOff x="0" y="0"/>
          <a:chExt cx="0" cy="0"/>
        </a:xfrm>
      </p:grpSpPr>
      <p:sp>
        <p:nvSpPr>
          <p:cNvPr id="1222" name="Google Shape;1222;g1b290a72fa3_1_15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3" name="Google Shape;1223;g1b290a72fa3_1_15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9290589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1"/>
        <p:cNvGrpSpPr/>
        <p:nvPr/>
      </p:nvGrpSpPr>
      <p:grpSpPr>
        <a:xfrm>
          <a:off x="0" y="0"/>
          <a:ext cx="0" cy="0"/>
          <a:chOff x="0" y="0"/>
          <a:chExt cx="0" cy="0"/>
        </a:xfrm>
      </p:grpSpPr>
      <p:sp>
        <p:nvSpPr>
          <p:cNvPr id="1222" name="Google Shape;1222;g1b290a72fa3_1_15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3" name="Google Shape;1223;g1b290a72fa3_1_15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6009902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g1b290a72fa3_1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3" name="Google Shape;883;g1b290a72fa3_1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3184464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g1b290a72fa3_1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3" name="Google Shape;883;g1b290a72fa3_1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279210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g1b290a72fa3_1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3" name="Google Shape;883;g1b290a72fa3_1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588953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g1b290a72fa3_1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3" name="Google Shape;883;g1b290a72fa3_1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4417614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g1b290a72fa3_1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3" name="Google Shape;883;g1b290a72fa3_1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0180183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g1b290a72fa3_1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3" name="Google Shape;883;g1b290a72fa3_1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1994119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g1b290a72fa3_1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3" name="Google Shape;883;g1b290a72fa3_1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2004025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g1b290a72fa3_1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3" name="Google Shape;883;g1b290a72fa3_1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6682193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g1b290a72fa3_1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3" name="Google Shape;883;g1b290a72fa3_1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2008487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g1b290a72fa3_1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3" name="Google Shape;883;g1b290a72fa3_1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396890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g1b290a72fa3_1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3" name="Google Shape;883;g1b290a72fa3_1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2200739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g1b290a72fa3_1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3" name="Google Shape;883;g1b290a72fa3_1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8925474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1"/>
        <p:cNvGrpSpPr/>
        <p:nvPr/>
      </p:nvGrpSpPr>
      <p:grpSpPr>
        <a:xfrm>
          <a:off x="0" y="0"/>
          <a:ext cx="0" cy="0"/>
          <a:chOff x="0" y="0"/>
          <a:chExt cx="0" cy="0"/>
        </a:xfrm>
      </p:grpSpPr>
      <p:sp>
        <p:nvSpPr>
          <p:cNvPr id="1222" name="Google Shape;1222;g1b290a72fa3_1_15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3" name="Google Shape;1223;g1b290a72fa3_1_15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1"/>
        <p:cNvGrpSpPr/>
        <p:nvPr/>
      </p:nvGrpSpPr>
      <p:grpSpPr>
        <a:xfrm>
          <a:off x="0" y="0"/>
          <a:ext cx="0" cy="0"/>
          <a:chOff x="0" y="0"/>
          <a:chExt cx="0" cy="0"/>
        </a:xfrm>
      </p:grpSpPr>
      <p:sp>
        <p:nvSpPr>
          <p:cNvPr id="1222" name="Google Shape;1222;g1b290a72fa3_1_15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3" name="Google Shape;1223;g1b290a72fa3_1_15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8491718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1"/>
        <p:cNvGrpSpPr/>
        <p:nvPr/>
      </p:nvGrpSpPr>
      <p:grpSpPr>
        <a:xfrm>
          <a:off x="0" y="0"/>
          <a:ext cx="0" cy="0"/>
          <a:chOff x="0" y="0"/>
          <a:chExt cx="0" cy="0"/>
        </a:xfrm>
      </p:grpSpPr>
      <p:sp>
        <p:nvSpPr>
          <p:cNvPr id="1222" name="Google Shape;1222;g1b290a72fa3_1_15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3" name="Google Shape;1223;g1b290a72fa3_1_15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6257548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5"/>
        <p:cNvGrpSpPr/>
        <p:nvPr/>
      </p:nvGrpSpPr>
      <p:grpSpPr>
        <a:xfrm>
          <a:off x="0" y="0"/>
          <a:ext cx="0" cy="0"/>
          <a:chOff x="0" y="0"/>
          <a:chExt cx="0" cy="0"/>
        </a:xfrm>
      </p:grpSpPr>
      <p:sp>
        <p:nvSpPr>
          <p:cNvPr id="1576" name="Google Shape;1576;g1b5b0da4788_1_187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7" name="Google Shape;1577;g1b5b0da4788_1_187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6"/>
        <p:cNvGrpSpPr/>
        <p:nvPr/>
      </p:nvGrpSpPr>
      <p:grpSpPr>
        <a:xfrm>
          <a:off x="0" y="0"/>
          <a:ext cx="0" cy="0"/>
          <a:chOff x="0" y="0"/>
          <a:chExt cx="0" cy="0"/>
        </a:xfrm>
      </p:grpSpPr>
      <p:grpSp>
        <p:nvGrpSpPr>
          <p:cNvPr id="17" name="Google Shape;17;p3"/>
          <p:cNvGrpSpPr/>
          <p:nvPr/>
        </p:nvGrpSpPr>
        <p:grpSpPr>
          <a:xfrm>
            <a:off x="0" y="0"/>
            <a:ext cx="9144044" cy="5143500"/>
            <a:chOff x="0" y="0"/>
            <a:chExt cx="9144044" cy="5143500"/>
          </a:xfrm>
        </p:grpSpPr>
        <p:sp>
          <p:nvSpPr>
            <p:cNvPr id="18" name="Google Shape;18;p3"/>
            <p:cNvSpPr/>
            <p:nvPr/>
          </p:nvSpPr>
          <p:spPr>
            <a:xfrm>
              <a:off x="0" y="1"/>
              <a:ext cx="802288" cy="1170793"/>
            </a:xfrm>
            <a:custGeom>
              <a:avLst/>
              <a:gdLst/>
              <a:ahLst/>
              <a:cxnLst/>
              <a:rect l="l" t="t" r="r" b="b"/>
              <a:pathLst>
                <a:path w="8898" h="12985" extrusionOk="0">
                  <a:moveTo>
                    <a:pt x="8682" y="0"/>
                  </a:moveTo>
                  <a:cubicBezTo>
                    <a:pt x="8665" y="2715"/>
                    <a:pt x="7730" y="5446"/>
                    <a:pt x="6129" y="7648"/>
                  </a:cubicBezTo>
                  <a:cubicBezTo>
                    <a:pt x="4534" y="9841"/>
                    <a:pt x="2395" y="11524"/>
                    <a:pt x="0" y="12735"/>
                  </a:cubicBezTo>
                  <a:lnTo>
                    <a:pt x="0" y="12984"/>
                  </a:lnTo>
                  <a:cubicBezTo>
                    <a:pt x="267" y="12851"/>
                    <a:pt x="529" y="12712"/>
                    <a:pt x="790" y="12566"/>
                  </a:cubicBezTo>
                  <a:cubicBezTo>
                    <a:pt x="2751" y="11468"/>
                    <a:pt x="4539" y="10023"/>
                    <a:pt x="5937" y="8256"/>
                  </a:cubicBezTo>
                  <a:cubicBezTo>
                    <a:pt x="7367" y="6447"/>
                    <a:pt x="8353" y="4317"/>
                    <a:pt x="8727" y="2035"/>
                  </a:cubicBezTo>
                  <a:cubicBezTo>
                    <a:pt x="8837" y="1363"/>
                    <a:pt x="8895" y="681"/>
                    <a:pt x="889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3"/>
            <p:cNvSpPr/>
            <p:nvPr/>
          </p:nvSpPr>
          <p:spPr>
            <a:xfrm rot="10800000">
              <a:off x="8060822" y="3562803"/>
              <a:ext cx="1083176" cy="1580697"/>
            </a:xfrm>
            <a:custGeom>
              <a:avLst/>
              <a:gdLst/>
              <a:ahLst/>
              <a:cxnLst/>
              <a:rect l="l" t="t" r="r" b="b"/>
              <a:pathLst>
                <a:path w="8898" h="12985" extrusionOk="0">
                  <a:moveTo>
                    <a:pt x="8682" y="0"/>
                  </a:moveTo>
                  <a:cubicBezTo>
                    <a:pt x="8665" y="2715"/>
                    <a:pt x="7730" y="5446"/>
                    <a:pt x="6129" y="7648"/>
                  </a:cubicBezTo>
                  <a:cubicBezTo>
                    <a:pt x="4534" y="9841"/>
                    <a:pt x="2395" y="11524"/>
                    <a:pt x="0" y="12735"/>
                  </a:cubicBezTo>
                  <a:lnTo>
                    <a:pt x="0" y="12984"/>
                  </a:lnTo>
                  <a:cubicBezTo>
                    <a:pt x="267" y="12851"/>
                    <a:pt x="529" y="12712"/>
                    <a:pt x="790" y="12566"/>
                  </a:cubicBezTo>
                  <a:cubicBezTo>
                    <a:pt x="2751" y="11468"/>
                    <a:pt x="4539" y="10023"/>
                    <a:pt x="5937" y="8256"/>
                  </a:cubicBezTo>
                  <a:cubicBezTo>
                    <a:pt x="7367" y="6447"/>
                    <a:pt x="8353" y="4317"/>
                    <a:pt x="8727" y="2035"/>
                  </a:cubicBezTo>
                  <a:cubicBezTo>
                    <a:pt x="8837" y="1363"/>
                    <a:pt x="8895" y="681"/>
                    <a:pt x="889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a:off x="0" y="2743600"/>
              <a:ext cx="3279051" cy="2399849"/>
            </a:xfrm>
            <a:custGeom>
              <a:avLst/>
              <a:gdLst/>
              <a:ahLst/>
              <a:cxnLst/>
              <a:rect l="l" t="t" r="r" b="b"/>
              <a:pathLst>
                <a:path w="62292" h="45592" extrusionOk="0">
                  <a:moveTo>
                    <a:pt x="7788" y="0"/>
                  </a:moveTo>
                  <a:cubicBezTo>
                    <a:pt x="3764" y="0"/>
                    <a:pt x="0" y="1997"/>
                    <a:pt x="0" y="1997"/>
                  </a:cubicBezTo>
                  <a:lnTo>
                    <a:pt x="0" y="45592"/>
                  </a:lnTo>
                  <a:lnTo>
                    <a:pt x="62292" y="45592"/>
                  </a:lnTo>
                  <a:cubicBezTo>
                    <a:pt x="54378" y="29842"/>
                    <a:pt x="29644" y="32862"/>
                    <a:pt x="19418" y="29757"/>
                  </a:cubicBezTo>
                  <a:cubicBezTo>
                    <a:pt x="9192" y="26649"/>
                    <a:pt x="20513" y="11568"/>
                    <a:pt x="14930" y="3520"/>
                  </a:cubicBezTo>
                  <a:cubicBezTo>
                    <a:pt x="13058" y="822"/>
                    <a:pt x="10370" y="0"/>
                    <a:pt x="778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3"/>
            <p:cNvSpPr/>
            <p:nvPr/>
          </p:nvSpPr>
          <p:spPr>
            <a:xfrm>
              <a:off x="5063126" y="0"/>
              <a:ext cx="4080917" cy="2233020"/>
            </a:xfrm>
            <a:custGeom>
              <a:avLst/>
              <a:gdLst/>
              <a:ahLst/>
              <a:cxnLst/>
              <a:rect l="l" t="t" r="r" b="b"/>
              <a:pathLst>
                <a:path w="78085" h="42727" extrusionOk="0">
                  <a:moveTo>
                    <a:pt x="0" y="0"/>
                  </a:moveTo>
                  <a:cubicBezTo>
                    <a:pt x="2914" y="4598"/>
                    <a:pt x="12288" y="7650"/>
                    <a:pt x="27630" y="7650"/>
                  </a:cubicBezTo>
                  <a:cubicBezTo>
                    <a:pt x="28201" y="7650"/>
                    <a:pt x="28780" y="7646"/>
                    <a:pt x="29367" y="7637"/>
                  </a:cubicBezTo>
                  <a:cubicBezTo>
                    <a:pt x="29565" y="7635"/>
                    <a:pt x="29760" y="7633"/>
                    <a:pt x="29954" y="7633"/>
                  </a:cubicBezTo>
                  <a:cubicBezTo>
                    <a:pt x="53022" y="7633"/>
                    <a:pt x="43343" y="27895"/>
                    <a:pt x="60435" y="38577"/>
                  </a:cubicBezTo>
                  <a:cubicBezTo>
                    <a:pt x="65012" y="41437"/>
                    <a:pt x="71009" y="42727"/>
                    <a:pt x="75508" y="42727"/>
                  </a:cubicBezTo>
                  <a:cubicBezTo>
                    <a:pt x="76440" y="42727"/>
                    <a:pt x="77307" y="42672"/>
                    <a:pt x="78084" y="42564"/>
                  </a:cubicBezTo>
                  <a:lnTo>
                    <a:pt x="78084" y="0"/>
                  </a:ln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 name="Google Shape;22;p3"/>
          <p:cNvSpPr/>
          <p:nvPr/>
        </p:nvSpPr>
        <p:spPr>
          <a:xfrm>
            <a:off x="356250" y="339000"/>
            <a:ext cx="8431500" cy="4465500"/>
          </a:xfrm>
          <a:prstGeom prst="roundRect">
            <a:avLst>
              <a:gd name="adj" fmla="val 2595"/>
            </a:avLst>
          </a:prstGeom>
          <a:solidFill>
            <a:schemeClr val="accent6"/>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txBox="1">
            <a:spLocks noGrp="1"/>
          </p:cNvSpPr>
          <p:nvPr>
            <p:ph type="title"/>
          </p:nvPr>
        </p:nvSpPr>
        <p:spPr>
          <a:xfrm>
            <a:off x="1123613" y="2425500"/>
            <a:ext cx="2771700" cy="1461300"/>
          </a:xfrm>
          <a:prstGeom prst="rect">
            <a:avLst/>
          </a:prstGeom>
        </p:spPr>
        <p:txBody>
          <a:bodyPr spcFirstLastPara="1" wrap="square" lIns="91425" tIns="91425" rIns="91425" bIns="91425" anchor="b"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4" name="Google Shape;24;p3"/>
          <p:cNvSpPr txBox="1">
            <a:spLocks noGrp="1"/>
          </p:cNvSpPr>
          <p:nvPr>
            <p:ph type="title" idx="2" hasCustomPrompt="1"/>
          </p:nvPr>
        </p:nvSpPr>
        <p:spPr>
          <a:xfrm>
            <a:off x="1123613" y="1196450"/>
            <a:ext cx="2771700" cy="1098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4500">
                <a:solidFill>
                  <a:schemeClr val="accen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4"/>
        <p:cNvGrpSpPr/>
        <p:nvPr/>
      </p:nvGrpSpPr>
      <p:grpSpPr>
        <a:xfrm>
          <a:off x="0" y="0"/>
          <a:ext cx="0" cy="0"/>
          <a:chOff x="0" y="0"/>
          <a:chExt cx="0" cy="0"/>
        </a:xfrm>
      </p:grpSpPr>
      <p:grpSp>
        <p:nvGrpSpPr>
          <p:cNvPr id="35" name="Google Shape;35;p5"/>
          <p:cNvGrpSpPr/>
          <p:nvPr/>
        </p:nvGrpSpPr>
        <p:grpSpPr>
          <a:xfrm>
            <a:off x="0" y="0"/>
            <a:ext cx="9144044" cy="5143500"/>
            <a:chOff x="0" y="0"/>
            <a:chExt cx="9144044" cy="5143500"/>
          </a:xfrm>
        </p:grpSpPr>
        <p:sp>
          <p:nvSpPr>
            <p:cNvPr id="36" name="Google Shape;36;p5"/>
            <p:cNvSpPr/>
            <p:nvPr/>
          </p:nvSpPr>
          <p:spPr>
            <a:xfrm rot="10800000">
              <a:off x="8060822" y="3562803"/>
              <a:ext cx="1083176" cy="1580697"/>
            </a:xfrm>
            <a:custGeom>
              <a:avLst/>
              <a:gdLst/>
              <a:ahLst/>
              <a:cxnLst/>
              <a:rect l="l" t="t" r="r" b="b"/>
              <a:pathLst>
                <a:path w="8898" h="12985" extrusionOk="0">
                  <a:moveTo>
                    <a:pt x="8682" y="0"/>
                  </a:moveTo>
                  <a:cubicBezTo>
                    <a:pt x="8665" y="2715"/>
                    <a:pt x="7730" y="5446"/>
                    <a:pt x="6129" y="7648"/>
                  </a:cubicBezTo>
                  <a:cubicBezTo>
                    <a:pt x="4534" y="9841"/>
                    <a:pt x="2395" y="11524"/>
                    <a:pt x="0" y="12735"/>
                  </a:cubicBezTo>
                  <a:lnTo>
                    <a:pt x="0" y="12984"/>
                  </a:lnTo>
                  <a:cubicBezTo>
                    <a:pt x="267" y="12851"/>
                    <a:pt x="529" y="12712"/>
                    <a:pt x="790" y="12566"/>
                  </a:cubicBezTo>
                  <a:cubicBezTo>
                    <a:pt x="2751" y="11468"/>
                    <a:pt x="4539" y="10023"/>
                    <a:pt x="5937" y="8256"/>
                  </a:cubicBezTo>
                  <a:cubicBezTo>
                    <a:pt x="7367" y="6447"/>
                    <a:pt x="8353" y="4317"/>
                    <a:pt x="8727" y="2035"/>
                  </a:cubicBezTo>
                  <a:cubicBezTo>
                    <a:pt x="8837" y="1363"/>
                    <a:pt x="8895" y="681"/>
                    <a:pt x="889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5"/>
            <p:cNvSpPr/>
            <p:nvPr/>
          </p:nvSpPr>
          <p:spPr>
            <a:xfrm>
              <a:off x="0" y="2743600"/>
              <a:ext cx="3279051" cy="2399849"/>
            </a:xfrm>
            <a:custGeom>
              <a:avLst/>
              <a:gdLst/>
              <a:ahLst/>
              <a:cxnLst/>
              <a:rect l="l" t="t" r="r" b="b"/>
              <a:pathLst>
                <a:path w="62292" h="45592" extrusionOk="0">
                  <a:moveTo>
                    <a:pt x="7788" y="0"/>
                  </a:moveTo>
                  <a:cubicBezTo>
                    <a:pt x="3764" y="0"/>
                    <a:pt x="0" y="1997"/>
                    <a:pt x="0" y="1997"/>
                  </a:cubicBezTo>
                  <a:lnTo>
                    <a:pt x="0" y="45592"/>
                  </a:lnTo>
                  <a:lnTo>
                    <a:pt x="62292" y="45592"/>
                  </a:lnTo>
                  <a:cubicBezTo>
                    <a:pt x="54378" y="29842"/>
                    <a:pt x="29644" y="32862"/>
                    <a:pt x="19418" y="29757"/>
                  </a:cubicBezTo>
                  <a:cubicBezTo>
                    <a:pt x="9192" y="26649"/>
                    <a:pt x="20513" y="11568"/>
                    <a:pt x="14930" y="3520"/>
                  </a:cubicBezTo>
                  <a:cubicBezTo>
                    <a:pt x="13058" y="822"/>
                    <a:pt x="10370" y="0"/>
                    <a:pt x="778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5"/>
            <p:cNvSpPr/>
            <p:nvPr/>
          </p:nvSpPr>
          <p:spPr>
            <a:xfrm>
              <a:off x="5063126" y="0"/>
              <a:ext cx="4080917" cy="2233020"/>
            </a:xfrm>
            <a:custGeom>
              <a:avLst/>
              <a:gdLst/>
              <a:ahLst/>
              <a:cxnLst/>
              <a:rect l="l" t="t" r="r" b="b"/>
              <a:pathLst>
                <a:path w="78085" h="42727" extrusionOk="0">
                  <a:moveTo>
                    <a:pt x="0" y="0"/>
                  </a:moveTo>
                  <a:cubicBezTo>
                    <a:pt x="2914" y="4598"/>
                    <a:pt x="12288" y="7650"/>
                    <a:pt x="27630" y="7650"/>
                  </a:cubicBezTo>
                  <a:cubicBezTo>
                    <a:pt x="28201" y="7650"/>
                    <a:pt x="28780" y="7646"/>
                    <a:pt x="29367" y="7637"/>
                  </a:cubicBezTo>
                  <a:cubicBezTo>
                    <a:pt x="29565" y="7635"/>
                    <a:pt x="29760" y="7633"/>
                    <a:pt x="29954" y="7633"/>
                  </a:cubicBezTo>
                  <a:cubicBezTo>
                    <a:pt x="53022" y="7633"/>
                    <a:pt x="43343" y="27895"/>
                    <a:pt x="60435" y="38577"/>
                  </a:cubicBezTo>
                  <a:cubicBezTo>
                    <a:pt x="65012" y="41437"/>
                    <a:pt x="71009" y="42727"/>
                    <a:pt x="75508" y="42727"/>
                  </a:cubicBezTo>
                  <a:cubicBezTo>
                    <a:pt x="76440" y="42727"/>
                    <a:pt x="77307" y="42672"/>
                    <a:pt x="78084" y="42564"/>
                  </a:cubicBezTo>
                  <a:lnTo>
                    <a:pt x="78084" y="0"/>
                  </a:ln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5"/>
            <p:cNvSpPr/>
            <p:nvPr/>
          </p:nvSpPr>
          <p:spPr>
            <a:xfrm>
              <a:off x="0" y="1"/>
              <a:ext cx="802288" cy="1170793"/>
            </a:xfrm>
            <a:custGeom>
              <a:avLst/>
              <a:gdLst/>
              <a:ahLst/>
              <a:cxnLst/>
              <a:rect l="l" t="t" r="r" b="b"/>
              <a:pathLst>
                <a:path w="8898" h="12985" extrusionOk="0">
                  <a:moveTo>
                    <a:pt x="8682" y="0"/>
                  </a:moveTo>
                  <a:cubicBezTo>
                    <a:pt x="8665" y="2715"/>
                    <a:pt x="7730" y="5446"/>
                    <a:pt x="6129" y="7648"/>
                  </a:cubicBezTo>
                  <a:cubicBezTo>
                    <a:pt x="4534" y="9841"/>
                    <a:pt x="2395" y="11524"/>
                    <a:pt x="0" y="12735"/>
                  </a:cubicBezTo>
                  <a:lnTo>
                    <a:pt x="0" y="12984"/>
                  </a:lnTo>
                  <a:cubicBezTo>
                    <a:pt x="267" y="12851"/>
                    <a:pt x="529" y="12712"/>
                    <a:pt x="790" y="12566"/>
                  </a:cubicBezTo>
                  <a:cubicBezTo>
                    <a:pt x="2751" y="11468"/>
                    <a:pt x="4539" y="10023"/>
                    <a:pt x="5937" y="8256"/>
                  </a:cubicBezTo>
                  <a:cubicBezTo>
                    <a:pt x="7367" y="6447"/>
                    <a:pt x="8353" y="4317"/>
                    <a:pt x="8727" y="2035"/>
                  </a:cubicBezTo>
                  <a:cubicBezTo>
                    <a:pt x="8837" y="1363"/>
                    <a:pt x="8895" y="681"/>
                    <a:pt x="889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 name="Google Shape;40;p5"/>
          <p:cNvSpPr/>
          <p:nvPr/>
        </p:nvSpPr>
        <p:spPr>
          <a:xfrm>
            <a:off x="356250" y="339000"/>
            <a:ext cx="8431500" cy="4465500"/>
          </a:xfrm>
          <a:prstGeom prst="roundRect">
            <a:avLst>
              <a:gd name="adj" fmla="val 2595"/>
            </a:avLst>
          </a:prstGeom>
          <a:solidFill>
            <a:schemeClr val="accent6"/>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5"/>
          <p:cNvSpPr txBox="1">
            <a:spLocks noGrp="1"/>
          </p:cNvSpPr>
          <p:nvPr>
            <p:ph type="subTitle" idx="1"/>
          </p:nvPr>
        </p:nvSpPr>
        <p:spPr>
          <a:xfrm>
            <a:off x="1181425" y="2303125"/>
            <a:ext cx="2907600" cy="7134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1pPr>
            <a:lvl2pPr lvl="1" algn="ctr">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algn="ctr">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algn="ctr">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algn="ctr">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algn="ctr">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algn="ctr">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algn="ctr">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algn="ctr">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a:endParaRPr/>
          </a:p>
        </p:txBody>
      </p:sp>
      <p:sp>
        <p:nvSpPr>
          <p:cNvPr id="42" name="Google Shape;42;p5"/>
          <p:cNvSpPr txBox="1">
            <a:spLocks noGrp="1"/>
          </p:cNvSpPr>
          <p:nvPr>
            <p:ph type="subTitle" idx="2"/>
          </p:nvPr>
        </p:nvSpPr>
        <p:spPr>
          <a:xfrm>
            <a:off x="4836300" y="2303125"/>
            <a:ext cx="2907600" cy="7134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1pPr>
            <a:lvl2pPr lvl="1" algn="ctr"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algn="ctr"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algn="ctr"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algn="ctr"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algn="ctr"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algn="ctr"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algn="ctr"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algn="ctr"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a:endParaRPr/>
          </a:p>
        </p:txBody>
      </p:sp>
      <p:sp>
        <p:nvSpPr>
          <p:cNvPr id="43" name="Google Shape;43;p5"/>
          <p:cNvSpPr txBox="1">
            <a:spLocks noGrp="1"/>
          </p:cNvSpPr>
          <p:nvPr>
            <p:ph type="subTitle" idx="3"/>
          </p:nvPr>
        </p:nvSpPr>
        <p:spPr>
          <a:xfrm>
            <a:off x="1181425" y="2917150"/>
            <a:ext cx="2907600" cy="713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300"/>
              <a:buNone/>
              <a:defRPr/>
            </a:lvl1pPr>
            <a:lvl2pPr lvl="1" algn="ctr" rtl="0">
              <a:lnSpc>
                <a:spcPct val="100000"/>
              </a:lnSpc>
              <a:spcBef>
                <a:spcPts val="0"/>
              </a:spcBef>
              <a:spcAft>
                <a:spcPts val="0"/>
              </a:spcAft>
              <a:buSzPts val="1300"/>
              <a:buNone/>
              <a:defRPr/>
            </a:lvl2pPr>
            <a:lvl3pPr lvl="2" algn="ctr" rtl="0">
              <a:lnSpc>
                <a:spcPct val="100000"/>
              </a:lnSpc>
              <a:spcBef>
                <a:spcPts val="0"/>
              </a:spcBef>
              <a:spcAft>
                <a:spcPts val="0"/>
              </a:spcAft>
              <a:buSzPts val="1300"/>
              <a:buNone/>
              <a:defRPr/>
            </a:lvl3pPr>
            <a:lvl4pPr lvl="3" algn="ctr" rtl="0">
              <a:lnSpc>
                <a:spcPct val="100000"/>
              </a:lnSpc>
              <a:spcBef>
                <a:spcPts val="0"/>
              </a:spcBef>
              <a:spcAft>
                <a:spcPts val="0"/>
              </a:spcAft>
              <a:buSzPts val="1300"/>
              <a:buNone/>
              <a:defRPr/>
            </a:lvl4pPr>
            <a:lvl5pPr lvl="4" algn="ctr" rtl="0">
              <a:lnSpc>
                <a:spcPct val="100000"/>
              </a:lnSpc>
              <a:spcBef>
                <a:spcPts val="0"/>
              </a:spcBef>
              <a:spcAft>
                <a:spcPts val="0"/>
              </a:spcAft>
              <a:buSzPts val="1300"/>
              <a:buNone/>
              <a:defRPr/>
            </a:lvl5pPr>
            <a:lvl6pPr lvl="5" algn="ctr" rtl="0">
              <a:lnSpc>
                <a:spcPct val="100000"/>
              </a:lnSpc>
              <a:spcBef>
                <a:spcPts val="0"/>
              </a:spcBef>
              <a:spcAft>
                <a:spcPts val="0"/>
              </a:spcAft>
              <a:buSzPts val="1300"/>
              <a:buNone/>
              <a:defRPr/>
            </a:lvl6pPr>
            <a:lvl7pPr lvl="6" algn="ctr" rtl="0">
              <a:lnSpc>
                <a:spcPct val="100000"/>
              </a:lnSpc>
              <a:spcBef>
                <a:spcPts val="0"/>
              </a:spcBef>
              <a:spcAft>
                <a:spcPts val="0"/>
              </a:spcAft>
              <a:buSzPts val="1300"/>
              <a:buNone/>
              <a:defRPr/>
            </a:lvl7pPr>
            <a:lvl8pPr lvl="7" algn="ctr" rtl="0">
              <a:lnSpc>
                <a:spcPct val="100000"/>
              </a:lnSpc>
              <a:spcBef>
                <a:spcPts val="0"/>
              </a:spcBef>
              <a:spcAft>
                <a:spcPts val="0"/>
              </a:spcAft>
              <a:buSzPts val="1300"/>
              <a:buNone/>
              <a:defRPr/>
            </a:lvl8pPr>
            <a:lvl9pPr lvl="8" algn="ctr" rtl="0">
              <a:lnSpc>
                <a:spcPct val="100000"/>
              </a:lnSpc>
              <a:spcBef>
                <a:spcPts val="0"/>
              </a:spcBef>
              <a:spcAft>
                <a:spcPts val="0"/>
              </a:spcAft>
              <a:buSzPts val="1300"/>
              <a:buNone/>
              <a:defRPr/>
            </a:lvl9pPr>
          </a:lstStyle>
          <a:p>
            <a:endParaRPr/>
          </a:p>
        </p:txBody>
      </p:sp>
      <p:sp>
        <p:nvSpPr>
          <p:cNvPr id="44" name="Google Shape;44;p5"/>
          <p:cNvSpPr txBox="1">
            <a:spLocks noGrp="1"/>
          </p:cNvSpPr>
          <p:nvPr>
            <p:ph type="subTitle" idx="4"/>
          </p:nvPr>
        </p:nvSpPr>
        <p:spPr>
          <a:xfrm>
            <a:off x="4836300" y="2917150"/>
            <a:ext cx="2907600" cy="713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300"/>
              <a:buNone/>
              <a:defRPr/>
            </a:lvl1pPr>
            <a:lvl2pPr lvl="1" algn="ctr" rtl="0">
              <a:lnSpc>
                <a:spcPct val="100000"/>
              </a:lnSpc>
              <a:spcBef>
                <a:spcPts val="0"/>
              </a:spcBef>
              <a:spcAft>
                <a:spcPts val="0"/>
              </a:spcAft>
              <a:buSzPts val="1300"/>
              <a:buNone/>
              <a:defRPr/>
            </a:lvl2pPr>
            <a:lvl3pPr lvl="2" algn="ctr" rtl="0">
              <a:lnSpc>
                <a:spcPct val="100000"/>
              </a:lnSpc>
              <a:spcBef>
                <a:spcPts val="0"/>
              </a:spcBef>
              <a:spcAft>
                <a:spcPts val="0"/>
              </a:spcAft>
              <a:buSzPts val="1300"/>
              <a:buNone/>
              <a:defRPr/>
            </a:lvl3pPr>
            <a:lvl4pPr lvl="3" algn="ctr" rtl="0">
              <a:lnSpc>
                <a:spcPct val="100000"/>
              </a:lnSpc>
              <a:spcBef>
                <a:spcPts val="0"/>
              </a:spcBef>
              <a:spcAft>
                <a:spcPts val="0"/>
              </a:spcAft>
              <a:buSzPts val="1300"/>
              <a:buNone/>
              <a:defRPr/>
            </a:lvl4pPr>
            <a:lvl5pPr lvl="4" algn="ctr" rtl="0">
              <a:lnSpc>
                <a:spcPct val="100000"/>
              </a:lnSpc>
              <a:spcBef>
                <a:spcPts val="0"/>
              </a:spcBef>
              <a:spcAft>
                <a:spcPts val="0"/>
              </a:spcAft>
              <a:buSzPts val="1300"/>
              <a:buNone/>
              <a:defRPr/>
            </a:lvl5pPr>
            <a:lvl6pPr lvl="5" algn="ctr" rtl="0">
              <a:lnSpc>
                <a:spcPct val="100000"/>
              </a:lnSpc>
              <a:spcBef>
                <a:spcPts val="0"/>
              </a:spcBef>
              <a:spcAft>
                <a:spcPts val="0"/>
              </a:spcAft>
              <a:buSzPts val="1300"/>
              <a:buNone/>
              <a:defRPr/>
            </a:lvl6pPr>
            <a:lvl7pPr lvl="6" algn="ctr" rtl="0">
              <a:lnSpc>
                <a:spcPct val="100000"/>
              </a:lnSpc>
              <a:spcBef>
                <a:spcPts val="0"/>
              </a:spcBef>
              <a:spcAft>
                <a:spcPts val="0"/>
              </a:spcAft>
              <a:buSzPts val="1300"/>
              <a:buNone/>
              <a:defRPr/>
            </a:lvl7pPr>
            <a:lvl8pPr lvl="7" algn="ctr" rtl="0">
              <a:lnSpc>
                <a:spcPct val="100000"/>
              </a:lnSpc>
              <a:spcBef>
                <a:spcPts val="0"/>
              </a:spcBef>
              <a:spcAft>
                <a:spcPts val="0"/>
              </a:spcAft>
              <a:buSzPts val="1300"/>
              <a:buNone/>
              <a:defRPr/>
            </a:lvl8pPr>
            <a:lvl9pPr lvl="8" algn="ctr" rtl="0">
              <a:lnSpc>
                <a:spcPct val="100000"/>
              </a:lnSpc>
              <a:spcBef>
                <a:spcPts val="0"/>
              </a:spcBef>
              <a:spcAft>
                <a:spcPts val="0"/>
              </a:spcAft>
              <a:buSzPts val="1300"/>
              <a:buNone/>
              <a:defRPr/>
            </a:lvl9pPr>
          </a:lstStyle>
          <a:p>
            <a:endParaRPr/>
          </a:p>
        </p:txBody>
      </p:sp>
      <p:sp>
        <p:nvSpPr>
          <p:cNvPr id="45" name="Google Shape;45;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6"/>
        <p:cNvGrpSpPr/>
        <p:nvPr/>
      </p:nvGrpSpPr>
      <p:grpSpPr>
        <a:xfrm>
          <a:off x="0" y="0"/>
          <a:ext cx="0" cy="0"/>
          <a:chOff x="0" y="0"/>
          <a:chExt cx="0" cy="0"/>
        </a:xfrm>
      </p:grpSpPr>
      <p:grpSp>
        <p:nvGrpSpPr>
          <p:cNvPr id="47" name="Google Shape;47;p6"/>
          <p:cNvGrpSpPr/>
          <p:nvPr/>
        </p:nvGrpSpPr>
        <p:grpSpPr>
          <a:xfrm flipH="1">
            <a:off x="-22" y="0"/>
            <a:ext cx="9144044" cy="5143500"/>
            <a:chOff x="0" y="0"/>
            <a:chExt cx="9144044" cy="5143500"/>
          </a:xfrm>
        </p:grpSpPr>
        <p:sp>
          <p:nvSpPr>
            <p:cNvPr id="48" name="Google Shape;48;p6"/>
            <p:cNvSpPr/>
            <p:nvPr/>
          </p:nvSpPr>
          <p:spPr>
            <a:xfrm>
              <a:off x="46" y="0"/>
              <a:ext cx="1083176" cy="1580697"/>
            </a:xfrm>
            <a:custGeom>
              <a:avLst/>
              <a:gdLst/>
              <a:ahLst/>
              <a:cxnLst/>
              <a:rect l="l" t="t" r="r" b="b"/>
              <a:pathLst>
                <a:path w="8898" h="12985" extrusionOk="0">
                  <a:moveTo>
                    <a:pt x="8682" y="0"/>
                  </a:moveTo>
                  <a:cubicBezTo>
                    <a:pt x="8665" y="2715"/>
                    <a:pt x="7730" y="5446"/>
                    <a:pt x="6129" y="7648"/>
                  </a:cubicBezTo>
                  <a:cubicBezTo>
                    <a:pt x="4534" y="9841"/>
                    <a:pt x="2395" y="11524"/>
                    <a:pt x="0" y="12735"/>
                  </a:cubicBezTo>
                  <a:lnTo>
                    <a:pt x="0" y="12984"/>
                  </a:lnTo>
                  <a:cubicBezTo>
                    <a:pt x="267" y="12851"/>
                    <a:pt x="529" y="12712"/>
                    <a:pt x="790" y="12566"/>
                  </a:cubicBezTo>
                  <a:cubicBezTo>
                    <a:pt x="2751" y="11468"/>
                    <a:pt x="4539" y="10023"/>
                    <a:pt x="5937" y="8256"/>
                  </a:cubicBezTo>
                  <a:cubicBezTo>
                    <a:pt x="7367" y="6447"/>
                    <a:pt x="8353" y="4317"/>
                    <a:pt x="8727" y="2035"/>
                  </a:cubicBezTo>
                  <a:cubicBezTo>
                    <a:pt x="8837" y="1363"/>
                    <a:pt x="8895" y="681"/>
                    <a:pt x="889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6"/>
            <p:cNvSpPr/>
            <p:nvPr/>
          </p:nvSpPr>
          <p:spPr>
            <a:xfrm rot="10800000">
              <a:off x="5864993" y="50"/>
              <a:ext cx="3279051" cy="2399849"/>
            </a:xfrm>
            <a:custGeom>
              <a:avLst/>
              <a:gdLst/>
              <a:ahLst/>
              <a:cxnLst/>
              <a:rect l="l" t="t" r="r" b="b"/>
              <a:pathLst>
                <a:path w="62292" h="45592" extrusionOk="0">
                  <a:moveTo>
                    <a:pt x="7788" y="0"/>
                  </a:moveTo>
                  <a:cubicBezTo>
                    <a:pt x="3764" y="0"/>
                    <a:pt x="0" y="1997"/>
                    <a:pt x="0" y="1997"/>
                  </a:cubicBezTo>
                  <a:lnTo>
                    <a:pt x="0" y="45592"/>
                  </a:lnTo>
                  <a:lnTo>
                    <a:pt x="62292" y="45592"/>
                  </a:lnTo>
                  <a:cubicBezTo>
                    <a:pt x="54378" y="29842"/>
                    <a:pt x="29644" y="32862"/>
                    <a:pt x="19418" y="29757"/>
                  </a:cubicBezTo>
                  <a:cubicBezTo>
                    <a:pt x="9192" y="26649"/>
                    <a:pt x="20513" y="11568"/>
                    <a:pt x="14930" y="3520"/>
                  </a:cubicBezTo>
                  <a:cubicBezTo>
                    <a:pt x="13058" y="822"/>
                    <a:pt x="10370" y="0"/>
                    <a:pt x="778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6"/>
            <p:cNvSpPr/>
            <p:nvPr/>
          </p:nvSpPr>
          <p:spPr>
            <a:xfrm rot="10800000">
              <a:off x="0" y="2910480"/>
              <a:ext cx="4080917" cy="2233020"/>
            </a:xfrm>
            <a:custGeom>
              <a:avLst/>
              <a:gdLst/>
              <a:ahLst/>
              <a:cxnLst/>
              <a:rect l="l" t="t" r="r" b="b"/>
              <a:pathLst>
                <a:path w="78085" h="42727" extrusionOk="0">
                  <a:moveTo>
                    <a:pt x="0" y="0"/>
                  </a:moveTo>
                  <a:cubicBezTo>
                    <a:pt x="2914" y="4598"/>
                    <a:pt x="12288" y="7650"/>
                    <a:pt x="27630" y="7650"/>
                  </a:cubicBezTo>
                  <a:cubicBezTo>
                    <a:pt x="28201" y="7650"/>
                    <a:pt x="28780" y="7646"/>
                    <a:pt x="29367" y="7637"/>
                  </a:cubicBezTo>
                  <a:cubicBezTo>
                    <a:pt x="29565" y="7635"/>
                    <a:pt x="29760" y="7633"/>
                    <a:pt x="29954" y="7633"/>
                  </a:cubicBezTo>
                  <a:cubicBezTo>
                    <a:pt x="53022" y="7633"/>
                    <a:pt x="43343" y="27895"/>
                    <a:pt x="60435" y="38577"/>
                  </a:cubicBezTo>
                  <a:cubicBezTo>
                    <a:pt x="65012" y="41437"/>
                    <a:pt x="71009" y="42727"/>
                    <a:pt x="75508" y="42727"/>
                  </a:cubicBezTo>
                  <a:cubicBezTo>
                    <a:pt x="76440" y="42727"/>
                    <a:pt x="77307" y="42672"/>
                    <a:pt x="78084" y="42564"/>
                  </a:cubicBezTo>
                  <a:lnTo>
                    <a:pt x="78084" y="0"/>
                  </a:ln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6"/>
            <p:cNvSpPr/>
            <p:nvPr/>
          </p:nvSpPr>
          <p:spPr>
            <a:xfrm rot="10800000">
              <a:off x="8341755" y="3972706"/>
              <a:ext cx="802288" cy="1170793"/>
            </a:xfrm>
            <a:custGeom>
              <a:avLst/>
              <a:gdLst/>
              <a:ahLst/>
              <a:cxnLst/>
              <a:rect l="l" t="t" r="r" b="b"/>
              <a:pathLst>
                <a:path w="8898" h="12985" extrusionOk="0">
                  <a:moveTo>
                    <a:pt x="8682" y="0"/>
                  </a:moveTo>
                  <a:cubicBezTo>
                    <a:pt x="8665" y="2715"/>
                    <a:pt x="7730" y="5446"/>
                    <a:pt x="6129" y="7648"/>
                  </a:cubicBezTo>
                  <a:cubicBezTo>
                    <a:pt x="4534" y="9841"/>
                    <a:pt x="2395" y="11524"/>
                    <a:pt x="0" y="12735"/>
                  </a:cubicBezTo>
                  <a:lnTo>
                    <a:pt x="0" y="12984"/>
                  </a:lnTo>
                  <a:cubicBezTo>
                    <a:pt x="267" y="12851"/>
                    <a:pt x="529" y="12712"/>
                    <a:pt x="790" y="12566"/>
                  </a:cubicBezTo>
                  <a:cubicBezTo>
                    <a:pt x="2751" y="11468"/>
                    <a:pt x="4539" y="10023"/>
                    <a:pt x="5937" y="8256"/>
                  </a:cubicBezTo>
                  <a:cubicBezTo>
                    <a:pt x="7367" y="6447"/>
                    <a:pt x="8353" y="4317"/>
                    <a:pt x="8727" y="2035"/>
                  </a:cubicBezTo>
                  <a:cubicBezTo>
                    <a:pt x="8837" y="1363"/>
                    <a:pt x="8895" y="681"/>
                    <a:pt x="889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6"/>
          <p:cNvSpPr/>
          <p:nvPr/>
        </p:nvSpPr>
        <p:spPr>
          <a:xfrm>
            <a:off x="356250" y="339000"/>
            <a:ext cx="8431500" cy="4465500"/>
          </a:xfrm>
          <a:prstGeom prst="roundRect">
            <a:avLst>
              <a:gd name="adj" fmla="val 2595"/>
            </a:avLst>
          </a:prstGeom>
          <a:solidFill>
            <a:schemeClr val="accent6"/>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6"/>
          <p:cNvSpPr txBox="1">
            <a:spLocks noGrp="1"/>
          </p:cNvSpPr>
          <p:nvPr>
            <p:ph type="title"/>
          </p:nvPr>
        </p:nvSpPr>
        <p:spPr>
          <a:xfrm>
            <a:off x="715100" y="535000"/>
            <a:ext cx="7713900" cy="710700"/>
          </a:xfrm>
          <a:prstGeom prst="rect">
            <a:avLst/>
          </a:prstGeom>
          <a:ln>
            <a:noFill/>
          </a:ln>
        </p:spPr>
        <p:txBody>
          <a:bodyPr spcFirstLastPara="1" wrap="square" lIns="91425" tIns="91425" rIns="91425" bIns="91425" anchor="t" anchorCtr="0">
            <a:noAutofit/>
          </a:bodyPr>
          <a:lstStyle>
            <a:lvl1pPr lvl="0" algn="ctr" rtl="0">
              <a:lnSpc>
                <a:spcPct val="115000"/>
              </a:lnSpc>
              <a:spcBef>
                <a:spcPts val="0"/>
              </a:spcBef>
              <a:spcAft>
                <a:spcPts val="0"/>
              </a:spcAft>
              <a:buClr>
                <a:schemeClr val="dk1"/>
              </a:buClr>
              <a:buSzPts val="3500"/>
              <a:buFont typeface="Poppins Black" panose="00000800000000000000"/>
              <a:buNone/>
              <a:defRPr>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lvl="2"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lvl="3"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lvl="4"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lvl="5"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lvl="6"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lvl="7"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lvl="8"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endParaRPr/>
          </a:p>
        </p:txBody>
      </p:sp>
      <p:sp>
        <p:nvSpPr>
          <p:cNvPr id="54" name="Google Shape;54;p6"/>
          <p:cNvSpPr/>
          <p:nvPr/>
        </p:nvSpPr>
        <p:spPr>
          <a:xfrm rot="10800000">
            <a:off x="356223" y="4124089"/>
            <a:ext cx="1287977"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6"/>
          <p:cNvSpPr/>
          <p:nvPr/>
        </p:nvSpPr>
        <p:spPr>
          <a:xfrm>
            <a:off x="7499773" y="338989"/>
            <a:ext cx="1287977"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6"/>
        <p:cNvGrpSpPr/>
        <p:nvPr/>
      </p:nvGrpSpPr>
      <p:grpSpPr>
        <a:xfrm>
          <a:off x="0" y="0"/>
          <a:ext cx="0" cy="0"/>
          <a:chOff x="0" y="0"/>
          <a:chExt cx="0" cy="0"/>
        </a:xfrm>
      </p:grpSpPr>
      <p:grpSp>
        <p:nvGrpSpPr>
          <p:cNvPr id="57" name="Google Shape;57;p7"/>
          <p:cNvGrpSpPr/>
          <p:nvPr/>
        </p:nvGrpSpPr>
        <p:grpSpPr>
          <a:xfrm>
            <a:off x="0" y="0"/>
            <a:ext cx="9144044" cy="5143500"/>
            <a:chOff x="0" y="0"/>
            <a:chExt cx="9144044" cy="5143500"/>
          </a:xfrm>
        </p:grpSpPr>
        <p:sp>
          <p:nvSpPr>
            <p:cNvPr id="58" name="Google Shape;58;p7"/>
            <p:cNvSpPr/>
            <p:nvPr/>
          </p:nvSpPr>
          <p:spPr>
            <a:xfrm rot="10800000">
              <a:off x="8060822" y="3562803"/>
              <a:ext cx="1083176" cy="1580697"/>
            </a:xfrm>
            <a:custGeom>
              <a:avLst/>
              <a:gdLst/>
              <a:ahLst/>
              <a:cxnLst/>
              <a:rect l="l" t="t" r="r" b="b"/>
              <a:pathLst>
                <a:path w="8898" h="12985" extrusionOk="0">
                  <a:moveTo>
                    <a:pt x="8682" y="0"/>
                  </a:moveTo>
                  <a:cubicBezTo>
                    <a:pt x="8665" y="2715"/>
                    <a:pt x="7730" y="5446"/>
                    <a:pt x="6129" y="7648"/>
                  </a:cubicBezTo>
                  <a:cubicBezTo>
                    <a:pt x="4534" y="9841"/>
                    <a:pt x="2395" y="11524"/>
                    <a:pt x="0" y="12735"/>
                  </a:cubicBezTo>
                  <a:lnTo>
                    <a:pt x="0" y="12984"/>
                  </a:lnTo>
                  <a:cubicBezTo>
                    <a:pt x="267" y="12851"/>
                    <a:pt x="529" y="12712"/>
                    <a:pt x="790" y="12566"/>
                  </a:cubicBezTo>
                  <a:cubicBezTo>
                    <a:pt x="2751" y="11468"/>
                    <a:pt x="4539" y="10023"/>
                    <a:pt x="5937" y="8256"/>
                  </a:cubicBezTo>
                  <a:cubicBezTo>
                    <a:pt x="7367" y="6447"/>
                    <a:pt x="8353" y="4317"/>
                    <a:pt x="8727" y="2035"/>
                  </a:cubicBezTo>
                  <a:cubicBezTo>
                    <a:pt x="8837" y="1363"/>
                    <a:pt x="8895" y="681"/>
                    <a:pt x="889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7"/>
            <p:cNvSpPr/>
            <p:nvPr/>
          </p:nvSpPr>
          <p:spPr>
            <a:xfrm>
              <a:off x="0" y="2743600"/>
              <a:ext cx="3279051" cy="2399849"/>
            </a:xfrm>
            <a:custGeom>
              <a:avLst/>
              <a:gdLst/>
              <a:ahLst/>
              <a:cxnLst/>
              <a:rect l="l" t="t" r="r" b="b"/>
              <a:pathLst>
                <a:path w="62292" h="45592" extrusionOk="0">
                  <a:moveTo>
                    <a:pt x="7788" y="0"/>
                  </a:moveTo>
                  <a:cubicBezTo>
                    <a:pt x="3764" y="0"/>
                    <a:pt x="0" y="1997"/>
                    <a:pt x="0" y="1997"/>
                  </a:cubicBezTo>
                  <a:lnTo>
                    <a:pt x="0" y="45592"/>
                  </a:lnTo>
                  <a:lnTo>
                    <a:pt x="62292" y="45592"/>
                  </a:lnTo>
                  <a:cubicBezTo>
                    <a:pt x="54378" y="29842"/>
                    <a:pt x="29644" y="32862"/>
                    <a:pt x="19418" y="29757"/>
                  </a:cubicBezTo>
                  <a:cubicBezTo>
                    <a:pt x="9192" y="26649"/>
                    <a:pt x="20513" y="11568"/>
                    <a:pt x="14930" y="3520"/>
                  </a:cubicBezTo>
                  <a:cubicBezTo>
                    <a:pt x="13058" y="822"/>
                    <a:pt x="10370" y="0"/>
                    <a:pt x="778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7"/>
            <p:cNvSpPr/>
            <p:nvPr/>
          </p:nvSpPr>
          <p:spPr>
            <a:xfrm>
              <a:off x="5063126" y="0"/>
              <a:ext cx="4080917" cy="2233020"/>
            </a:xfrm>
            <a:custGeom>
              <a:avLst/>
              <a:gdLst/>
              <a:ahLst/>
              <a:cxnLst/>
              <a:rect l="l" t="t" r="r" b="b"/>
              <a:pathLst>
                <a:path w="78085" h="42727" extrusionOk="0">
                  <a:moveTo>
                    <a:pt x="0" y="0"/>
                  </a:moveTo>
                  <a:cubicBezTo>
                    <a:pt x="2914" y="4598"/>
                    <a:pt x="12288" y="7650"/>
                    <a:pt x="27630" y="7650"/>
                  </a:cubicBezTo>
                  <a:cubicBezTo>
                    <a:pt x="28201" y="7650"/>
                    <a:pt x="28780" y="7646"/>
                    <a:pt x="29367" y="7637"/>
                  </a:cubicBezTo>
                  <a:cubicBezTo>
                    <a:pt x="29565" y="7635"/>
                    <a:pt x="29760" y="7633"/>
                    <a:pt x="29954" y="7633"/>
                  </a:cubicBezTo>
                  <a:cubicBezTo>
                    <a:pt x="53022" y="7633"/>
                    <a:pt x="43343" y="27895"/>
                    <a:pt x="60435" y="38577"/>
                  </a:cubicBezTo>
                  <a:cubicBezTo>
                    <a:pt x="65012" y="41437"/>
                    <a:pt x="71009" y="42727"/>
                    <a:pt x="75508" y="42727"/>
                  </a:cubicBezTo>
                  <a:cubicBezTo>
                    <a:pt x="76440" y="42727"/>
                    <a:pt x="77307" y="42672"/>
                    <a:pt x="78084" y="42564"/>
                  </a:cubicBezTo>
                  <a:lnTo>
                    <a:pt x="78084" y="0"/>
                  </a:ln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7"/>
            <p:cNvSpPr/>
            <p:nvPr/>
          </p:nvSpPr>
          <p:spPr>
            <a:xfrm>
              <a:off x="0" y="1"/>
              <a:ext cx="802288" cy="1170793"/>
            </a:xfrm>
            <a:custGeom>
              <a:avLst/>
              <a:gdLst/>
              <a:ahLst/>
              <a:cxnLst/>
              <a:rect l="l" t="t" r="r" b="b"/>
              <a:pathLst>
                <a:path w="8898" h="12985" extrusionOk="0">
                  <a:moveTo>
                    <a:pt x="8682" y="0"/>
                  </a:moveTo>
                  <a:cubicBezTo>
                    <a:pt x="8665" y="2715"/>
                    <a:pt x="7730" y="5446"/>
                    <a:pt x="6129" y="7648"/>
                  </a:cubicBezTo>
                  <a:cubicBezTo>
                    <a:pt x="4534" y="9841"/>
                    <a:pt x="2395" y="11524"/>
                    <a:pt x="0" y="12735"/>
                  </a:cubicBezTo>
                  <a:lnTo>
                    <a:pt x="0" y="12984"/>
                  </a:lnTo>
                  <a:cubicBezTo>
                    <a:pt x="267" y="12851"/>
                    <a:pt x="529" y="12712"/>
                    <a:pt x="790" y="12566"/>
                  </a:cubicBezTo>
                  <a:cubicBezTo>
                    <a:pt x="2751" y="11468"/>
                    <a:pt x="4539" y="10023"/>
                    <a:pt x="5937" y="8256"/>
                  </a:cubicBezTo>
                  <a:cubicBezTo>
                    <a:pt x="7367" y="6447"/>
                    <a:pt x="8353" y="4317"/>
                    <a:pt x="8727" y="2035"/>
                  </a:cubicBezTo>
                  <a:cubicBezTo>
                    <a:pt x="8837" y="1363"/>
                    <a:pt x="8895" y="681"/>
                    <a:pt x="889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2" name="Google Shape;62;p7"/>
          <p:cNvSpPr/>
          <p:nvPr/>
        </p:nvSpPr>
        <p:spPr>
          <a:xfrm>
            <a:off x="356250" y="339000"/>
            <a:ext cx="8431500" cy="4465500"/>
          </a:xfrm>
          <a:prstGeom prst="roundRect">
            <a:avLst>
              <a:gd name="adj" fmla="val 2595"/>
            </a:avLst>
          </a:prstGeom>
          <a:solidFill>
            <a:schemeClr val="accent6"/>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64" name="Google Shape;64;p7"/>
          <p:cNvSpPr txBox="1">
            <a:spLocks noGrp="1"/>
          </p:cNvSpPr>
          <p:nvPr>
            <p:ph type="body" idx="1"/>
          </p:nvPr>
        </p:nvSpPr>
        <p:spPr>
          <a:xfrm>
            <a:off x="720000" y="1152475"/>
            <a:ext cx="3322200" cy="3416400"/>
          </a:xfrm>
          <a:prstGeom prst="rect">
            <a:avLst/>
          </a:prstGeom>
        </p:spPr>
        <p:txBody>
          <a:bodyPr spcFirstLastPara="1" wrap="square" lIns="91425" tIns="91425" rIns="91425" bIns="91425" anchor="t" anchorCtr="0">
            <a:noAutofit/>
          </a:bodyPr>
          <a:lstStyle>
            <a:lvl1pPr marL="457200" lvl="0" indent="-317500" rtl="0">
              <a:lnSpc>
                <a:spcPct val="115000"/>
              </a:lnSpc>
              <a:spcBef>
                <a:spcPts val="0"/>
              </a:spcBef>
              <a:spcAft>
                <a:spcPts val="0"/>
              </a:spcAft>
              <a:buSzPts val="1400"/>
              <a:buChar char="●"/>
              <a:defRPr sz="1400"/>
            </a:lvl1pPr>
            <a:lvl2pPr marL="914400" lvl="1" indent="-311150" rtl="0">
              <a:lnSpc>
                <a:spcPct val="115000"/>
              </a:lnSpc>
              <a:spcBef>
                <a:spcPts val="0"/>
              </a:spcBef>
              <a:spcAft>
                <a:spcPts val="0"/>
              </a:spcAft>
              <a:buSzPts val="1300"/>
              <a:buChar char="○"/>
              <a:defRPr/>
            </a:lvl2pPr>
            <a:lvl3pPr marL="1371600" lvl="2" indent="-311150" rtl="0">
              <a:lnSpc>
                <a:spcPct val="115000"/>
              </a:lnSpc>
              <a:spcBef>
                <a:spcPts val="0"/>
              </a:spcBef>
              <a:spcAft>
                <a:spcPts val="0"/>
              </a:spcAft>
              <a:buSzPts val="1300"/>
              <a:buChar char="■"/>
              <a:defRPr/>
            </a:lvl3pPr>
            <a:lvl4pPr marL="1828800" lvl="3" indent="-311150" rtl="0">
              <a:lnSpc>
                <a:spcPct val="115000"/>
              </a:lnSpc>
              <a:spcBef>
                <a:spcPts val="0"/>
              </a:spcBef>
              <a:spcAft>
                <a:spcPts val="0"/>
              </a:spcAft>
              <a:buSzPts val="1300"/>
              <a:buChar char="●"/>
              <a:defRPr/>
            </a:lvl4pPr>
            <a:lvl5pPr marL="2286000" lvl="4" indent="-311150" rtl="0">
              <a:lnSpc>
                <a:spcPct val="115000"/>
              </a:lnSpc>
              <a:spcBef>
                <a:spcPts val="0"/>
              </a:spcBef>
              <a:spcAft>
                <a:spcPts val="0"/>
              </a:spcAft>
              <a:buSzPts val="1300"/>
              <a:buChar char="○"/>
              <a:defRPr/>
            </a:lvl5pPr>
            <a:lvl6pPr marL="2743200" lvl="5" indent="-311150" rtl="0">
              <a:lnSpc>
                <a:spcPct val="115000"/>
              </a:lnSpc>
              <a:spcBef>
                <a:spcPts val="0"/>
              </a:spcBef>
              <a:spcAft>
                <a:spcPts val="0"/>
              </a:spcAft>
              <a:buSzPts val="1300"/>
              <a:buChar char="■"/>
              <a:defRPr/>
            </a:lvl6pPr>
            <a:lvl7pPr marL="3200400" lvl="6" indent="-311150" rtl="0">
              <a:lnSpc>
                <a:spcPct val="115000"/>
              </a:lnSpc>
              <a:spcBef>
                <a:spcPts val="0"/>
              </a:spcBef>
              <a:spcAft>
                <a:spcPts val="0"/>
              </a:spcAft>
              <a:buSzPts val="1300"/>
              <a:buChar char="●"/>
              <a:defRPr/>
            </a:lvl7pPr>
            <a:lvl8pPr marL="3657600" lvl="7" indent="-311150" rtl="0">
              <a:lnSpc>
                <a:spcPct val="115000"/>
              </a:lnSpc>
              <a:spcBef>
                <a:spcPts val="0"/>
              </a:spcBef>
              <a:spcAft>
                <a:spcPts val="0"/>
              </a:spcAft>
              <a:buSzPts val="1300"/>
              <a:buChar char="○"/>
              <a:defRPr/>
            </a:lvl8pPr>
            <a:lvl9pPr marL="4114800" lvl="8" indent="-311150" rtl="0">
              <a:lnSpc>
                <a:spcPct val="115000"/>
              </a:lnSpc>
              <a:spcBef>
                <a:spcPts val="0"/>
              </a:spcBef>
              <a:spcAft>
                <a:spcPts val="0"/>
              </a:spcAft>
              <a:buSzPts val="13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73"/>
        <p:cNvGrpSpPr/>
        <p:nvPr/>
      </p:nvGrpSpPr>
      <p:grpSpPr>
        <a:xfrm>
          <a:off x="0" y="0"/>
          <a:ext cx="0" cy="0"/>
          <a:chOff x="0" y="0"/>
          <a:chExt cx="0" cy="0"/>
        </a:xfrm>
      </p:grpSpPr>
      <p:grpSp>
        <p:nvGrpSpPr>
          <p:cNvPr id="74" name="Google Shape;74;p9"/>
          <p:cNvGrpSpPr/>
          <p:nvPr/>
        </p:nvGrpSpPr>
        <p:grpSpPr>
          <a:xfrm>
            <a:off x="0" y="0"/>
            <a:ext cx="9144044" cy="5143500"/>
            <a:chOff x="0" y="0"/>
            <a:chExt cx="9144044" cy="5143500"/>
          </a:xfrm>
        </p:grpSpPr>
        <p:sp>
          <p:nvSpPr>
            <p:cNvPr id="75" name="Google Shape;75;p9"/>
            <p:cNvSpPr/>
            <p:nvPr/>
          </p:nvSpPr>
          <p:spPr>
            <a:xfrm rot="10800000">
              <a:off x="8060822" y="3562803"/>
              <a:ext cx="1083176" cy="1580697"/>
            </a:xfrm>
            <a:custGeom>
              <a:avLst/>
              <a:gdLst/>
              <a:ahLst/>
              <a:cxnLst/>
              <a:rect l="l" t="t" r="r" b="b"/>
              <a:pathLst>
                <a:path w="8898" h="12985" extrusionOk="0">
                  <a:moveTo>
                    <a:pt x="8682" y="0"/>
                  </a:moveTo>
                  <a:cubicBezTo>
                    <a:pt x="8665" y="2715"/>
                    <a:pt x="7730" y="5446"/>
                    <a:pt x="6129" y="7648"/>
                  </a:cubicBezTo>
                  <a:cubicBezTo>
                    <a:pt x="4534" y="9841"/>
                    <a:pt x="2395" y="11524"/>
                    <a:pt x="0" y="12735"/>
                  </a:cubicBezTo>
                  <a:lnTo>
                    <a:pt x="0" y="12984"/>
                  </a:lnTo>
                  <a:cubicBezTo>
                    <a:pt x="267" y="12851"/>
                    <a:pt x="529" y="12712"/>
                    <a:pt x="790" y="12566"/>
                  </a:cubicBezTo>
                  <a:cubicBezTo>
                    <a:pt x="2751" y="11468"/>
                    <a:pt x="4539" y="10023"/>
                    <a:pt x="5937" y="8256"/>
                  </a:cubicBezTo>
                  <a:cubicBezTo>
                    <a:pt x="7367" y="6447"/>
                    <a:pt x="8353" y="4317"/>
                    <a:pt x="8727" y="2035"/>
                  </a:cubicBezTo>
                  <a:cubicBezTo>
                    <a:pt x="8837" y="1363"/>
                    <a:pt x="8895" y="681"/>
                    <a:pt x="889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9"/>
            <p:cNvSpPr/>
            <p:nvPr/>
          </p:nvSpPr>
          <p:spPr>
            <a:xfrm>
              <a:off x="0" y="2743600"/>
              <a:ext cx="3279051" cy="2399849"/>
            </a:xfrm>
            <a:custGeom>
              <a:avLst/>
              <a:gdLst/>
              <a:ahLst/>
              <a:cxnLst/>
              <a:rect l="l" t="t" r="r" b="b"/>
              <a:pathLst>
                <a:path w="62292" h="45592" extrusionOk="0">
                  <a:moveTo>
                    <a:pt x="7788" y="0"/>
                  </a:moveTo>
                  <a:cubicBezTo>
                    <a:pt x="3764" y="0"/>
                    <a:pt x="0" y="1997"/>
                    <a:pt x="0" y="1997"/>
                  </a:cubicBezTo>
                  <a:lnTo>
                    <a:pt x="0" y="45592"/>
                  </a:lnTo>
                  <a:lnTo>
                    <a:pt x="62292" y="45592"/>
                  </a:lnTo>
                  <a:cubicBezTo>
                    <a:pt x="54378" y="29842"/>
                    <a:pt x="29644" y="32862"/>
                    <a:pt x="19418" y="29757"/>
                  </a:cubicBezTo>
                  <a:cubicBezTo>
                    <a:pt x="9192" y="26649"/>
                    <a:pt x="20513" y="11568"/>
                    <a:pt x="14930" y="3520"/>
                  </a:cubicBezTo>
                  <a:cubicBezTo>
                    <a:pt x="13058" y="822"/>
                    <a:pt x="10370" y="0"/>
                    <a:pt x="778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9"/>
            <p:cNvSpPr/>
            <p:nvPr/>
          </p:nvSpPr>
          <p:spPr>
            <a:xfrm>
              <a:off x="5063126" y="0"/>
              <a:ext cx="4080917" cy="2233020"/>
            </a:xfrm>
            <a:custGeom>
              <a:avLst/>
              <a:gdLst/>
              <a:ahLst/>
              <a:cxnLst/>
              <a:rect l="l" t="t" r="r" b="b"/>
              <a:pathLst>
                <a:path w="78085" h="42727" extrusionOk="0">
                  <a:moveTo>
                    <a:pt x="0" y="0"/>
                  </a:moveTo>
                  <a:cubicBezTo>
                    <a:pt x="2914" y="4598"/>
                    <a:pt x="12288" y="7650"/>
                    <a:pt x="27630" y="7650"/>
                  </a:cubicBezTo>
                  <a:cubicBezTo>
                    <a:pt x="28201" y="7650"/>
                    <a:pt x="28780" y="7646"/>
                    <a:pt x="29367" y="7637"/>
                  </a:cubicBezTo>
                  <a:cubicBezTo>
                    <a:pt x="29565" y="7635"/>
                    <a:pt x="29760" y="7633"/>
                    <a:pt x="29954" y="7633"/>
                  </a:cubicBezTo>
                  <a:cubicBezTo>
                    <a:pt x="53022" y="7633"/>
                    <a:pt x="43343" y="27895"/>
                    <a:pt x="60435" y="38577"/>
                  </a:cubicBezTo>
                  <a:cubicBezTo>
                    <a:pt x="65012" y="41437"/>
                    <a:pt x="71009" y="42727"/>
                    <a:pt x="75508" y="42727"/>
                  </a:cubicBezTo>
                  <a:cubicBezTo>
                    <a:pt x="76440" y="42727"/>
                    <a:pt x="77307" y="42672"/>
                    <a:pt x="78084" y="42564"/>
                  </a:cubicBezTo>
                  <a:lnTo>
                    <a:pt x="78084" y="0"/>
                  </a:ln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9"/>
            <p:cNvSpPr/>
            <p:nvPr/>
          </p:nvSpPr>
          <p:spPr>
            <a:xfrm>
              <a:off x="0" y="1"/>
              <a:ext cx="802288" cy="1170793"/>
            </a:xfrm>
            <a:custGeom>
              <a:avLst/>
              <a:gdLst/>
              <a:ahLst/>
              <a:cxnLst/>
              <a:rect l="l" t="t" r="r" b="b"/>
              <a:pathLst>
                <a:path w="8898" h="12985" extrusionOk="0">
                  <a:moveTo>
                    <a:pt x="8682" y="0"/>
                  </a:moveTo>
                  <a:cubicBezTo>
                    <a:pt x="8665" y="2715"/>
                    <a:pt x="7730" y="5446"/>
                    <a:pt x="6129" y="7648"/>
                  </a:cubicBezTo>
                  <a:cubicBezTo>
                    <a:pt x="4534" y="9841"/>
                    <a:pt x="2395" y="11524"/>
                    <a:pt x="0" y="12735"/>
                  </a:cubicBezTo>
                  <a:lnTo>
                    <a:pt x="0" y="12984"/>
                  </a:lnTo>
                  <a:cubicBezTo>
                    <a:pt x="267" y="12851"/>
                    <a:pt x="529" y="12712"/>
                    <a:pt x="790" y="12566"/>
                  </a:cubicBezTo>
                  <a:cubicBezTo>
                    <a:pt x="2751" y="11468"/>
                    <a:pt x="4539" y="10023"/>
                    <a:pt x="5937" y="8256"/>
                  </a:cubicBezTo>
                  <a:cubicBezTo>
                    <a:pt x="7367" y="6447"/>
                    <a:pt x="8353" y="4317"/>
                    <a:pt x="8727" y="2035"/>
                  </a:cubicBezTo>
                  <a:cubicBezTo>
                    <a:pt x="8837" y="1363"/>
                    <a:pt x="8895" y="681"/>
                    <a:pt x="889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9" name="Google Shape;79;p9"/>
          <p:cNvSpPr/>
          <p:nvPr/>
        </p:nvSpPr>
        <p:spPr>
          <a:xfrm>
            <a:off x="356250" y="339000"/>
            <a:ext cx="8431500" cy="4465500"/>
          </a:xfrm>
          <a:prstGeom prst="roundRect">
            <a:avLst>
              <a:gd name="adj" fmla="val 2595"/>
            </a:avLst>
          </a:prstGeom>
          <a:solidFill>
            <a:schemeClr val="accent6"/>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9"/>
          <p:cNvSpPr txBox="1">
            <a:spLocks noGrp="1"/>
          </p:cNvSpPr>
          <p:nvPr>
            <p:ph type="title"/>
          </p:nvPr>
        </p:nvSpPr>
        <p:spPr>
          <a:xfrm>
            <a:off x="720000" y="367423"/>
            <a:ext cx="7704000" cy="841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81" name="Google Shape;81;p9"/>
          <p:cNvSpPr txBox="1">
            <a:spLocks noGrp="1"/>
          </p:cNvSpPr>
          <p:nvPr>
            <p:ph type="subTitle" idx="1"/>
          </p:nvPr>
        </p:nvSpPr>
        <p:spPr>
          <a:xfrm>
            <a:off x="2241550" y="1348750"/>
            <a:ext cx="4661100" cy="1681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300"/>
              <a:buNone/>
              <a:defRPr sz="1600"/>
            </a:lvl1pPr>
            <a:lvl2pPr lvl="1" algn="ctr" rtl="0">
              <a:lnSpc>
                <a:spcPct val="100000"/>
              </a:lnSpc>
              <a:spcBef>
                <a:spcPts val="0"/>
              </a:spcBef>
              <a:spcAft>
                <a:spcPts val="0"/>
              </a:spcAft>
              <a:buSzPts val="1300"/>
              <a:buNone/>
              <a:defRPr/>
            </a:lvl2pPr>
            <a:lvl3pPr lvl="2" algn="ctr" rtl="0">
              <a:lnSpc>
                <a:spcPct val="100000"/>
              </a:lnSpc>
              <a:spcBef>
                <a:spcPts val="0"/>
              </a:spcBef>
              <a:spcAft>
                <a:spcPts val="0"/>
              </a:spcAft>
              <a:buSzPts val="1300"/>
              <a:buNone/>
              <a:defRPr/>
            </a:lvl3pPr>
            <a:lvl4pPr lvl="3" algn="ctr" rtl="0">
              <a:lnSpc>
                <a:spcPct val="100000"/>
              </a:lnSpc>
              <a:spcBef>
                <a:spcPts val="0"/>
              </a:spcBef>
              <a:spcAft>
                <a:spcPts val="0"/>
              </a:spcAft>
              <a:buSzPts val="1300"/>
              <a:buNone/>
              <a:defRPr/>
            </a:lvl4pPr>
            <a:lvl5pPr lvl="4" algn="ctr" rtl="0">
              <a:lnSpc>
                <a:spcPct val="100000"/>
              </a:lnSpc>
              <a:spcBef>
                <a:spcPts val="0"/>
              </a:spcBef>
              <a:spcAft>
                <a:spcPts val="0"/>
              </a:spcAft>
              <a:buSzPts val="1300"/>
              <a:buNone/>
              <a:defRPr/>
            </a:lvl5pPr>
            <a:lvl6pPr lvl="5" algn="ctr" rtl="0">
              <a:lnSpc>
                <a:spcPct val="100000"/>
              </a:lnSpc>
              <a:spcBef>
                <a:spcPts val="0"/>
              </a:spcBef>
              <a:spcAft>
                <a:spcPts val="0"/>
              </a:spcAft>
              <a:buSzPts val="1300"/>
              <a:buNone/>
              <a:defRPr/>
            </a:lvl6pPr>
            <a:lvl7pPr lvl="6" algn="ctr" rtl="0">
              <a:lnSpc>
                <a:spcPct val="100000"/>
              </a:lnSpc>
              <a:spcBef>
                <a:spcPts val="0"/>
              </a:spcBef>
              <a:spcAft>
                <a:spcPts val="0"/>
              </a:spcAft>
              <a:buSzPts val="1300"/>
              <a:buNone/>
              <a:defRPr/>
            </a:lvl7pPr>
            <a:lvl8pPr lvl="7" algn="ctr" rtl="0">
              <a:lnSpc>
                <a:spcPct val="100000"/>
              </a:lnSpc>
              <a:spcBef>
                <a:spcPts val="0"/>
              </a:spcBef>
              <a:spcAft>
                <a:spcPts val="0"/>
              </a:spcAft>
              <a:buSzPts val="1300"/>
              <a:buNone/>
              <a:defRPr/>
            </a:lvl8pPr>
            <a:lvl9pPr lvl="8" algn="ctr" rtl="0">
              <a:lnSpc>
                <a:spcPct val="100000"/>
              </a:lnSpc>
              <a:spcBef>
                <a:spcPts val="0"/>
              </a:spcBef>
              <a:spcAft>
                <a:spcPts val="0"/>
              </a:spcAft>
              <a:buSzPts val="13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2"/>
        <p:cNvGrpSpPr/>
        <p:nvPr/>
      </p:nvGrpSpPr>
      <p:grpSpPr>
        <a:xfrm>
          <a:off x="0" y="0"/>
          <a:ext cx="0" cy="0"/>
          <a:chOff x="0" y="0"/>
          <a:chExt cx="0" cy="0"/>
        </a:xfrm>
      </p:grpSpPr>
      <p:grpSp>
        <p:nvGrpSpPr>
          <p:cNvPr id="83" name="Google Shape;83;p10"/>
          <p:cNvGrpSpPr/>
          <p:nvPr/>
        </p:nvGrpSpPr>
        <p:grpSpPr>
          <a:xfrm>
            <a:off x="0" y="0"/>
            <a:ext cx="9144044" cy="5143500"/>
            <a:chOff x="0" y="0"/>
            <a:chExt cx="9144044" cy="5143500"/>
          </a:xfrm>
        </p:grpSpPr>
        <p:sp>
          <p:nvSpPr>
            <p:cNvPr id="84" name="Google Shape;84;p10"/>
            <p:cNvSpPr/>
            <p:nvPr/>
          </p:nvSpPr>
          <p:spPr>
            <a:xfrm rot="10800000">
              <a:off x="8060822" y="3562803"/>
              <a:ext cx="1083176" cy="1580697"/>
            </a:xfrm>
            <a:custGeom>
              <a:avLst/>
              <a:gdLst/>
              <a:ahLst/>
              <a:cxnLst/>
              <a:rect l="l" t="t" r="r" b="b"/>
              <a:pathLst>
                <a:path w="8898" h="12985" extrusionOk="0">
                  <a:moveTo>
                    <a:pt x="8682" y="0"/>
                  </a:moveTo>
                  <a:cubicBezTo>
                    <a:pt x="8665" y="2715"/>
                    <a:pt x="7730" y="5446"/>
                    <a:pt x="6129" y="7648"/>
                  </a:cubicBezTo>
                  <a:cubicBezTo>
                    <a:pt x="4534" y="9841"/>
                    <a:pt x="2395" y="11524"/>
                    <a:pt x="0" y="12735"/>
                  </a:cubicBezTo>
                  <a:lnTo>
                    <a:pt x="0" y="12984"/>
                  </a:lnTo>
                  <a:cubicBezTo>
                    <a:pt x="267" y="12851"/>
                    <a:pt x="529" y="12712"/>
                    <a:pt x="790" y="12566"/>
                  </a:cubicBezTo>
                  <a:cubicBezTo>
                    <a:pt x="2751" y="11468"/>
                    <a:pt x="4539" y="10023"/>
                    <a:pt x="5937" y="8256"/>
                  </a:cubicBezTo>
                  <a:cubicBezTo>
                    <a:pt x="7367" y="6447"/>
                    <a:pt x="8353" y="4317"/>
                    <a:pt x="8727" y="2035"/>
                  </a:cubicBezTo>
                  <a:cubicBezTo>
                    <a:pt x="8837" y="1363"/>
                    <a:pt x="8895" y="681"/>
                    <a:pt x="889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10"/>
            <p:cNvSpPr/>
            <p:nvPr/>
          </p:nvSpPr>
          <p:spPr>
            <a:xfrm>
              <a:off x="0" y="2743600"/>
              <a:ext cx="3279051" cy="2399849"/>
            </a:xfrm>
            <a:custGeom>
              <a:avLst/>
              <a:gdLst/>
              <a:ahLst/>
              <a:cxnLst/>
              <a:rect l="l" t="t" r="r" b="b"/>
              <a:pathLst>
                <a:path w="62292" h="45592" extrusionOk="0">
                  <a:moveTo>
                    <a:pt x="7788" y="0"/>
                  </a:moveTo>
                  <a:cubicBezTo>
                    <a:pt x="3764" y="0"/>
                    <a:pt x="0" y="1997"/>
                    <a:pt x="0" y="1997"/>
                  </a:cubicBezTo>
                  <a:lnTo>
                    <a:pt x="0" y="45592"/>
                  </a:lnTo>
                  <a:lnTo>
                    <a:pt x="62292" y="45592"/>
                  </a:lnTo>
                  <a:cubicBezTo>
                    <a:pt x="54378" y="29842"/>
                    <a:pt x="29644" y="32862"/>
                    <a:pt x="19418" y="29757"/>
                  </a:cubicBezTo>
                  <a:cubicBezTo>
                    <a:pt x="9192" y="26649"/>
                    <a:pt x="20513" y="11568"/>
                    <a:pt x="14930" y="3520"/>
                  </a:cubicBezTo>
                  <a:cubicBezTo>
                    <a:pt x="13058" y="822"/>
                    <a:pt x="10370" y="0"/>
                    <a:pt x="778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10"/>
            <p:cNvSpPr/>
            <p:nvPr/>
          </p:nvSpPr>
          <p:spPr>
            <a:xfrm>
              <a:off x="5063126" y="0"/>
              <a:ext cx="4080917" cy="2233020"/>
            </a:xfrm>
            <a:custGeom>
              <a:avLst/>
              <a:gdLst/>
              <a:ahLst/>
              <a:cxnLst/>
              <a:rect l="l" t="t" r="r" b="b"/>
              <a:pathLst>
                <a:path w="78085" h="42727" extrusionOk="0">
                  <a:moveTo>
                    <a:pt x="0" y="0"/>
                  </a:moveTo>
                  <a:cubicBezTo>
                    <a:pt x="2914" y="4598"/>
                    <a:pt x="12288" y="7650"/>
                    <a:pt x="27630" y="7650"/>
                  </a:cubicBezTo>
                  <a:cubicBezTo>
                    <a:pt x="28201" y="7650"/>
                    <a:pt x="28780" y="7646"/>
                    <a:pt x="29367" y="7637"/>
                  </a:cubicBezTo>
                  <a:cubicBezTo>
                    <a:pt x="29565" y="7635"/>
                    <a:pt x="29760" y="7633"/>
                    <a:pt x="29954" y="7633"/>
                  </a:cubicBezTo>
                  <a:cubicBezTo>
                    <a:pt x="53022" y="7633"/>
                    <a:pt x="43343" y="27895"/>
                    <a:pt x="60435" y="38577"/>
                  </a:cubicBezTo>
                  <a:cubicBezTo>
                    <a:pt x="65012" y="41437"/>
                    <a:pt x="71009" y="42727"/>
                    <a:pt x="75508" y="42727"/>
                  </a:cubicBezTo>
                  <a:cubicBezTo>
                    <a:pt x="76440" y="42727"/>
                    <a:pt x="77307" y="42672"/>
                    <a:pt x="78084" y="42564"/>
                  </a:cubicBezTo>
                  <a:lnTo>
                    <a:pt x="78084" y="0"/>
                  </a:ln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10"/>
            <p:cNvSpPr/>
            <p:nvPr/>
          </p:nvSpPr>
          <p:spPr>
            <a:xfrm>
              <a:off x="0" y="1"/>
              <a:ext cx="802288" cy="1170793"/>
            </a:xfrm>
            <a:custGeom>
              <a:avLst/>
              <a:gdLst/>
              <a:ahLst/>
              <a:cxnLst/>
              <a:rect l="l" t="t" r="r" b="b"/>
              <a:pathLst>
                <a:path w="8898" h="12985" extrusionOk="0">
                  <a:moveTo>
                    <a:pt x="8682" y="0"/>
                  </a:moveTo>
                  <a:cubicBezTo>
                    <a:pt x="8665" y="2715"/>
                    <a:pt x="7730" y="5446"/>
                    <a:pt x="6129" y="7648"/>
                  </a:cubicBezTo>
                  <a:cubicBezTo>
                    <a:pt x="4534" y="9841"/>
                    <a:pt x="2395" y="11524"/>
                    <a:pt x="0" y="12735"/>
                  </a:cubicBezTo>
                  <a:lnTo>
                    <a:pt x="0" y="12984"/>
                  </a:lnTo>
                  <a:cubicBezTo>
                    <a:pt x="267" y="12851"/>
                    <a:pt x="529" y="12712"/>
                    <a:pt x="790" y="12566"/>
                  </a:cubicBezTo>
                  <a:cubicBezTo>
                    <a:pt x="2751" y="11468"/>
                    <a:pt x="4539" y="10023"/>
                    <a:pt x="5937" y="8256"/>
                  </a:cubicBezTo>
                  <a:cubicBezTo>
                    <a:pt x="7367" y="6447"/>
                    <a:pt x="8353" y="4317"/>
                    <a:pt x="8727" y="2035"/>
                  </a:cubicBezTo>
                  <a:cubicBezTo>
                    <a:pt x="8837" y="1363"/>
                    <a:pt x="8895" y="681"/>
                    <a:pt x="889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 name="Google Shape;88;p10"/>
          <p:cNvSpPr/>
          <p:nvPr/>
        </p:nvSpPr>
        <p:spPr>
          <a:xfrm>
            <a:off x="356250" y="339000"/>
            <a:ext cx="8431500" cy="4465500"/>
          </a:xfrm>
          <a:prstGeom prst="roundRect">
            <a:avLst>
              <a:gd name="adj" fmla="val 2595"/>
            </a:avLst>
          </a:prstGeom>
          <a:solidFill>
            <a:schemeClr val="accent6"/>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10"/>
          <p:cNvSpPr txBox="1">
            <a:spLocks noGrp="1"/>
          </p:cNvSpPr>
          <p:nvPr>
            <p:ph type="title"/>
          </p:nvPr>
        </p:nvSpPr>
        <p:spPr>
          <a:xfrm>
            <a:off x="720000" y="2285400"/>
            <a:ext cx="7704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300"/>
              <a:buNone/>
              <a:defRPr/>
            </a:lvl1pPr>
            <a:lvl2pPr lvl="1" algn="ctr" rtl="0">
              <a:spcBef>
                <a:spcPts val="0"/>
              </a:spcBef>
              <a:spcAft>
                <a:spcPts val="0"/>
              </a:spcAft>
              <a:buSzPts val="3300"/>
              <a:buNone/>
              <a:defRPr/>
            </a:lvl2pPr>
            <a:lvl3pPr lvl="2" algn="ctr" rtl="0">
              <a:spcBef>
                <a:spcPts val="0"/>
              </a:spcBef>
              <a:spcAft>
                <a:spcPts val="0"/>
              </a:spcAft>
              <a:buSzPts val="3300"/>
              <a:buNone/>
              <a:defRPr/>
            </a:lvl3pPr>
            <a:lvl4pPr lvl="3" algn="ctr" rtl="0">
              <a:spcBef>
                <a:spcPts val="0"/>
              </a:spcBef>
              <a:spcAft>
                <a:spcPts val="0"/>
              </a:spcAft>
              <a:buSzPts val="3300"/>
              <a:buNone/>
              <a:defRPr/>
            </a:lvl4pPr>
            <a:lvl5pPr lvl="4" algn="ctr" rtl="0">
              <a:spcBef>
                <a:spcPts val="0"/>
              </a:spcBef>
              <a:spcAft>
                <a:spcPts val="0"/>
              </a:spcAft>
              <a:buSzPts val="3300"/>
              <a:buNone/>
              <a:defRPr/>
            </a:lvl5pPr>
            <a:lvl6pPr lvl="5" algn="ctr" rtl="0">
              <a:spcBef>
                <a:spcPts val="0"/>
              </a:spcBef>
              <a:spcAft>
                <a:spcPts val="0"/>
              </a:spcAft>
              <a:buSzPts val="3300"/>
              <a:buNone/>
              <a:defRPr/>
            </a:lvl6pPr>
            <a:lvl7pPr lvl="6" algn="ctr" rtl="0">
              <a:spcBef>
                <a:spcPts val="0"/>
              </a:spcBef>
              <a:spcAft>
                <a:spcPts val="0"/>
              </a:spcAft>
              <a:buSzPts val="3300"/>
              <a:buNone/>
              <a:defRPr/>
            </a:lvl7pPr>
            <a:lvl8pPr lvl="7" algn="ctr" rtl="0">
              <a:spcBef>
                <a:spcPts val="0"/>
              </a:spcBef>
              <a:spcAft>
                <a:spcPts val="0"/>
              </a:spcAft>
              <a:buSzPts val="3300"/>
              <a:buNone/>
              <a:defRPr/>
            </a:lvl8pPr>
            <a:lvl9pPr lvl="8" algn="ctr" rtl="0">
              <a:spcBef>
                <a:spcPts val="0"/>
              </a:spcBef>
              <a:spcAft>
                <a:spcPts val="0"/>
              </a:spcAft>
              <a:buSzPts val="33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90"/>
        <p:cNvGrpSpPr/>
        <p:nvPr/>
      </p:nvGrpSpPr>
      <p:grpSpPr>
        <a:xfrm>
          <a:off x="0" y="0"/>
          <a:ext cx="0" cy="0"/>
          <a:chOff x="0" y="0"/>
          <a:chExt cx="0" cy="0"/>
        </a:xfrm>
      </p:grpSpPr>
      <p:grpSp>
        <p:nvGrpSpPr>
          <p:cNvPr id="91" name="Google Shape;91;p11"/>
          <p:cNvGrpSpPr/>
          <p:nvPr/>
        </p:nvGrpSpPr>
        <p:grpSpPr>
          <a:xfrm>
            <a:off x="0" y="0"/>
            <a:ext cx="9144044" cy="5143500"/>
            <a:chOff x="0" y="0"/>
            <a:chExt cx="9144044" cy="5143500"/>
          </a:xfrm>
        </p:grpSpPr>
        <p:sp>
          <p:nvSpPr>
            <p:cNvPr id="92" name="Google Shape;92;p11"/>
            <p:cNvSpPr/>
            <p:nvPr/>
          </p:nvSpPr>
          <p:spPr>
            <a:xfrm rot="10800000">
              <a:off x="8060822" y="3562803"/>
              <a:ext cx="1083176" cy="1580697"/>
            </a:xfrm>
            <a:custGeom>
              <a:avLst/>
              <a:gdLst/>
              <a:ahLst/>
              <a:cxnLst/>
              <a:rect l="l" t="t" r="r" b="b"/>
              <a:pathLst>
                <a:path w="8898" h="12985" extrusionOk="0">
                  <a:moveTo>
                    <a:pt x="8682" y="0"/>
                  </a:moveTo>
                  <a:cubicBezTo>
                    <a:pt x="8665" y="2715"/>
                    <a:pt x="7730" y="5446"/>
                    <a:pt x="6129" y="7648"/>
                  </a:cubicBezTo>
                  <a:cubicBezTo>
                    <a:pt x="4534" y="9841"/>
                    <a:pt x="2395" y="11524"/>
                    <a:pt x="0" y="12735"/>
                  </a:cubicBezTo>
                  <a:lnTo>
                    <a:pt x="0" y="12984"/>
                  </a:lnTo>
                  <a:cubicBezTo>
                    <a:pt x="267" y="12851"/>
                    <a:pt x="529" y="12712"/>
                    <a:pt x="790" y="12566"/>
                  </a:cubicBezTo>
                  <a:cubicBezTo>
                    <a:pt x="2751" y="11468"/>
                    <a:pt x="4539" y="10023"/>
                    <a:pt x="5937" y="8256"/>
                  </a:cubicBezTo>
                  <a:cubicBezTo>
                    <a:pt x="7367" y="6447"/>
                    <a:pt x="8353" y="4317"/>
                    <a:pt x="8727" y="2035"/>
                  </a:cubicBezTo>
                  <a:cubicBezTo>
                    <a:pt x="8837" y="1363"/>
                    <a:pt x="8895" y="681"/>
                    <a:pt x="889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11"/>
            <p:cNvSpPr/>
            <p:nvPr/>
          </p:nvSpPr>
          <p:spPr>
            <a:xfrm>
              <a:off x="0" y="2743600"/>
              <a:ext cx="3279051" cy="2399849"/>
            </a:xfrm>
            <a:custGeom>
              <a:avLst/>
              <a:gdLst/>
              <a:ahLst/>
              <a:cxnLst/>
              <a:rect l="l" t="t" r="r" b="b"/>
              <a:pathLst>
                <a:path w="62292" h="45592" extrusionOk="0">
                  <a:moveTo>
                    <a:pt x="7788" y="0"/>
                  </a:moveTo>
                  <a:cubicBezTo>
                    <a:pt x="3764" y="0"/>
                    <a:pt x="0" y="1997"/>
                    <a:pt x="0" y="1997"/>
                  </a:cubicBezTo>
                  <a:lnTo>
                    <a:pt x="0" y="45592"/>
                  </a:lnTo>
                  <a:lnTo>
                    <a:pt x="62292" y="45592"/>
                  </a:lnTo>
                  <a:cubicBezTo>
                    <a:pt x="54378" y="29842"/>
                    <a:pt x="29644" y="32862"/>
                    <a:pt x="19418" y="29757"/>
                  </a:cubicBezTo>
                  <a:cubicBezTo>
                    <a:pt x="9192" y="26649"/>
                    <a:pt x="20513" y="11568"/>
                    <a:pt x="14930" y="3520"/>
                  </a:cubicBezTo>
                  <a:cubicBezTo>
                    <a:pt x="13058" y="822"/>
                    <a:pt x="10370" y="0"/>
                    <a:pt x="778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11"/>
            <p:cNvSpPr/>
            <p:nvPr/>
          </p:nvSpPr>
          <p:spPr>
            <a:xfrm>
              <a:off x="5063126" y="0"/>
              <a:ext cx="4080917" cy="2233020"/>
            </a:xfrm>
            <a:custGeom>
              <a:avLst/>
              <a:gdLst/>
              <a:ahLst/>
              <a:cxnLst/>
              <a:rect l="l" t="t" r="r" b="b"/>
              <a:pathLst>
                <a:path w="78085" h="42727" extrusionOk="0">
                  <a:moveTo>
                    <a:pt x="0" y="0"/>
                  </a:moveTo>
                  <a:cubicBezTo>
                    <a:pt x="2914" y="4598"/>
                    <a:pt x="12288" y="7650"/>
                    <a:pt x="27630" y="7650"/>
                  </a:cubicBezTo>
                  <a:cubicBezTo>
                    <a:pt x="28201" y="7650"/>
                    <a:pt x="28780" y="7646"/>
                    <a:pt x="29367" y="7637"/>
                  </a:cubicBezTo>
                  <a:cubicBezTo>
                    <a:pt x="29565" y="7635"/>
                    <a:pt x="29760" y="7633"/>
                    <a:pt x="29954" y="7633"/>
                  </a:cubicBezTo>
                  <a:cubicBezTo>
                    <a:pt x="53022" y="7633"/>
                    <a:pt x="43343" y="27895"/>
                    <a:pt x="60435" y="38577"/>
                  </a:cubicBezTo>
                  <a:cubicBezTo>
                    <a:pt x="65012" y="41437"/>
                    <a:pt x="71009" y="42727"/>
                    <a:pt x="75508" y="42727"/>
                  </a:cubicBezTo>
                  <a:cubicBezTo>
                    <a:pt x="76440" y="42727"/>
                    <a:pt x="77307" y="42672"/>
                    <a:pt x="78084" y="42564"/>
                  </a:cubicBezTo>
                  <a:lnTo>
                    <a:pt x="78084" y="0"/>
                  </a:ln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11"/>
            <p:cNvSpPr/>
            <p:nvPr/>
          </p:nvSpPr>
          <p:spPr>
            <a:xfrm>
              <a:off x="0" y="1"/>
              <a:ext cx="802288" cy="1170793"/>
            </a:xfrm>
            <a:custGeom>
              <a:avLst/>
              <a:gdLst/>
              <a:ahLst/>
              <a:cxnLst/>
              <a:rect l="l" t="t" r="r" b="b"/>
              <a:pathLst>
                <a:path w="8898" h="12985" extrusionOk="0">
                  <a:moveTo>
                    <a:pt x="8682" y="0"/>
                  </a:moveTo>
                  <a:cubicBezTo>
                    <a:pt x="8665" y="2715"/>
                    <a:pt x="7730" y="5446"/>
                    <a:pt x="6129" y="7648"/>
                  </a:cubicBezTo>
                  <a:cubicBezTo>
                    <a:pt x="4534" y="9841"/>
                    <a:pt x="2395" y="11524"/>
                    <a:pt x="0" y="12735"/>
                  </a:cubicBezTo>
                  <a:lnTo>
                    <a:pt x="0" y="12984"/>
                  </a:lnTo>
                  <a:cubicBezTo>
                    <a:pt x="267" y="12851"/>
                    <a:pt x="529" y="12712"/>
                    <a:pt x="790" y="12566"/>
                  </a:cubicBezTo>
                  <a:cubicBezTo>
                    <a:pt x="2751" y="11468"/>
                    <a:pt x="4539" y="10023"/>
                    <a:pt x="5937" y="8256"/>
                  </a:cubicBezTo>
                  <a:cubicBezTo>
                    <a:pt x="7367" y="6447"/>
                    <a:pt x="8353" y="4317"/>
                    <a:pt x="8727" y="2035"/>
                  </a:cubicBezTo>
                  <a:cubicBezTo>
                    <a:pt x="8837" y="1363"/>
                    <a:pt x="8895" y="681"/>
                    <a:pt x="889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6" name="Google Shape;96;p11"/>
          <p:cNvSpPr/>
          <p:nvPr/>
        </p:nvSpPr>
        <p:spPr>
          <a:xfrm>
            <a:off x="356250" y="339000"/>
            <a:ext cx="8431500" cy="4465500"/>
          </a:xfrm>
          <a:prstGeom prst="roundRect">
            <a:avLst>
              <a:gd name="adj" fmla="val 2595"/>
            </a:avLst>
          </a:prstGeom>
          <a:solidFill>
            <a:schemeClr val="accent6"/>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11"/>
          <p:cNvSpPr txBox="1">
            <a:spLocks noGrp="1"/>
          </p:cNvSpPr>
          <p:nvPr>
            <p:ph type="title" hasCustomPrompt="1"/>
          </p:nvPr>
        </p:nvSpPr>
        <p:spPr>
          <a:xfrm>
            <a:off x="1284000" y="1558475"/>
            <a:ext cx="6576000" cy="15111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96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98" name="Google Shape;98;p11"/>
          <p:cNvSpPr txBox="1">
            <a:spLocks noGrp="1"/>
          </p:cNvSpPr>
          <p:nvPr>
            <p:ph type="subTitle" idx="1"/>
          </p:nvPr>
        </p:nvSpPr>
        <p:spPr>
          <a:xfrm>
            <a:off x="1284000" y="3069625"/>
            <a:ext cx="6576000" cy="713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9"/>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able of contents">
  <p:cSld name="BLANK_1">
    <p:spTree>
      <p:nvGrpSpPr>
        <p:cNvPr id="1" name="Shape 100"/>
        <p:cNvGrpSpPr/>
        <p:nvPr/>
      </p:nvGrpSpPr>
      <p:grpSpPr>
        <a:xfrm>
          <a:off x="0" y="0"/>
          <a:ext cx="0" cy="0"/>
          <a:chOff x="0" y="0"/>
          <a:chExt cx="0" cy="0"/>
        </a:xfrm>
      </p:grpSpPr>
      <p:grpSp>
        <p:nvGrpSpPr>
          <p:cNvPr id="101" name="Google Shape;101;p13"/>
          <p:cNvGrpSpPr/>
          <p:nvPr/>
        </p:nvGrpSpPr>
        <p:grpSpPr>
          <a:xfrm flipH="1">
            <a:off x="-22" y="0"/>
            <a:ext cx="9144044" cy="5143500"/>
            <a:chOff x="0" y="0"/>
            <a:chExt cx="9144044" cy="5143500"/>
          </a:xfrm>
        </p:grpSpPr>
        <p:sp>
          <p:nvSpPr>
            <p:cNvPr id="102" name="Google Shape;102;p13"/>
            <p:cNvSpPr/>
            <p:nvPr/>
          </p:nvSpPr>
          <p:spPr>
            <a:xfrm>
              <a:off x="46" y="0"/>
              <a:ext cx="1083176" cy="1580697"/>
            </a:xfrm>
            <a:custGeom>
              <a:avLst/>
              <a:gdLst/>
              <a:ahLst/>
              <a:cxnLst/>
              <a:rect l="l" t="t" r="r" b="b"/>
              <a:pathLst>
                <a:path w="8898" h="12985" extrusionOk="0">
                  <a:moveTo>
                    <a:pt x="8682" y="0"/>
                  </a:moveTo>
                  <a:cubicBezTo>
                    <a:pt x="8665" y="2715"/>
                    <a:pt x="7730" y="5446"/>
                    <a:pt x="6129" y="7648"/>
                  </a:cubicBezTo>
                  <a:cubicBezTo>
                    <a:pt x="4534" y="9841"/>
                    <a:pt x="2395" y="11524"/>
                    <a:pt x="0" y="12735"/>
                  </a:cubicBezTo>
                  <a:lnTo>
                    <a:pt x="0" y="12984"/>
                  </a:lnTo>
                  <a:cubicBezTo>
                    <a:pt x="267" y="12851"/>
                    <a:pt x="529" y="12712"/>
                    <a:pt x="790" y="12566"/>
                  </a:cubicBezTo>
                  <a:cubicBezTo>
                    <a:pt x="2751" y="11468"/>
                    <a:pt x="4539" y="10023"/>
                    <a:pt x="5937" y="8256"/>
                  </a:cubicBezTo>
                  <a:cubicBezTo>
                    <a:pt x="7367" y="6447"/>
                    <a:pt x="8353" y="4317"/>
                    <a:pt x="8727" y="2035"/>
                  </a:cubicBezTo>
                  <a:cubicBezTo>
                    <a:pt x="8837" y="1363"/>
                    <a:pt x="8895" y="681"/>
                    <a:pt x="889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13"/>
            <p:cNvSpPr/>
            <p:nvPr/>
          </p:nvSpPr>
          <p:spPr>
            <a:xfrm rot="10800000">
              <a:off x="5864993" y="50"/>
              <a:ext cx="3279051" cy="2399849"/>
            </a:xfrm>
            <a:custGeom>
              <a:avLst/>
              <a:gdLst/>
              <a:ahLst/>
              <a:cxnLst/>
              <a:rect l="l" t="t" r="r" b="b"/>
              <a:pathLst>
                <a:path w="62292" h="45592" extrusionOk="0">
                  <a:moveTo>
                    <a:pt x="7788" y="0"/>
                  </a:moveTo>
                  <a:cubicBezTo>
                    <a:pt x="3764" y="0"/>
                    <a:pt x="0" y="1997"/>
                    <a:pt x="0" y="1997"/>
                  </a:cubicBezTo>
                  <a:lnTo>
                    <a:pt x="0" y="45592"/>
                  </a:lnTo>
                  <a:lnTo>
                    <a:pt x="62292" y="45592"/>
                  </a:lnTo>
                  <a:cubicBezTo>
                    <a:pt x="54378" y="29842"/>
                    <a:pt x="29644" y="32862"/>
                    <a:pt x="19418" y="29757"/>
                  </a:cubicBezTo>
                  <a:cubicBezTo>
                    <a:pt x="9192" y="26649"/>
                    <a:pt x="20513" y="11568"/>
                    <a:pt x="14930" y="3520"/>
                  </a:cubicBezTo>
                  <a:cubicBezTo>
                    <a:pt x="13058" y="822"/>
                    <a:pt x="10370" y="0"/>
                    <a:pt x="778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13"/>
            <p:cNvSpPr/>
            <p:nvPr/>
          </p:nvSpPr>
          <p:spPr>
            <a:xfrm rot="10800000">
              <a:off x="0" y="2910480"/>
              <a:ext cx="4080917" cy="2233020"/>
            </a:xfrm>
            <a:custGeom>
              <a:avLst/>
              <a:gdLst/>
              <a:ahLst/>
              <a:cxnLst/>
              <a:rect l="l" t="t" r="r" b="b"/>
              <a:pathLst>
                <a:path w="78085" h="42727" extrusionOk="0">
                  <a:moveTo>
                    <a:pt x="0" y="0"/>
                  </a:moveTo>
                  <a:cubicBezTo>
                    <a:pt x="2914" y="4598"/>
                    <a:pt x="12288" y="7650"/>
                    <a:pt x="27630" y="7650"/>
                  </a:cubicBezTo>
                  <a:cubicBezTo>
                    <a:pt x="28201" y="7650"/>
                    <a:pt x="28780" y="7646"/>
                    <a:pt x="29367" y="7637"/>
                  </a:cubicBezTo>
                  <a:cubicBezTo>
                    <a:pt x="29565" y="7635"/>
                    <a:pt x="29760" y="7633"/>
                    <a:pt x="29954" y="7633"/>
                  </a:cubicBezTo>
                  <a:cubicBezTo>
                    <a:pt x="53022" y="7633"/>
                    <a:pt x="43343" y="27895"/>
                    <a:pt x="60435" y="38577"/>
                  </a:cubicBezTo>
                  <a:cubicBezTo>
                    <a:pt x="65012" y="41437"/>
                    <a:pt x="71009" y="42727"/>
                    <a:pt x="75508" y="42727"/>
                  </a:cubicBezTo>
                  <a:cubicBezTo>
                    <a:pt x="76440" y="42727"/>
                    <a:pt x="77307" y="42672"/>
                    <a:pt x="78084" y="42564"/>
                  </a:cubicBezTo>
                  <a:lnTo>
                    <a:pt x="78084" y="0"/>
                  </a:ln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3"/>
            <p:cNvSpPr/>
            <p:nvPr/>
          </p:nvSpPr>
          <p:spPr>
            <a:xfrm rot="10800000">
              <a:off x="8341755" y="3972706"/>
              <a:ext cx="802288" cy="1170793"/>
            </a:xfrm>
            <a:custGeom>
              <a:avLst/>
              <a:gdLst/>
              <a:ahLst/>
              <a:cxnLst/>
              <a:rect l="l" t="t" r="r" b="b"/>
              <a:pathLst>
                <a:path w="8898" h="12985" extrusionOk="0">
                  <a:moveTo>
                    <a:pt x="8682" y="0"/>
                  </a:moveTo>
                  <a:cubicBezTo>
                    <a:pt x="8665" y="2715"/>
                    <a:pt x="7730" y="5446"/>
                    <a:pt x="6129" y="7648"/>
                  </a:cubicBezTo>
                  <a:cubicBezTo>
                    <a:pt x="4534" y="9841"/>
                    <a:pt x="2395" y="11524"/>
                    <a:pt x="0" y="12735"/>
                  </a:cubicBezTo>
                  <a:lnTo>
                    <a:pt x="0" y="12984"/>
                  </a:lnTo>
                  <a:cubicBezTo>
                    <a:pt x="267" y="12851"/>
                    <a:pt x="529" y="12712"/>
                    <a:pt x="790" y="12566"/>
                  </a:cubicBezTo>
                  <a:cubicBezTo>
                    <a:pt x="2751" y="11468"/>
                    <a:pt x="4539" y="10023"/>
                    <a:pt x="5937" y="8256"/>
                  </a:cubicBezTo>
                  <a:cubicBezTo>
                    <a:pt x="7367" y="6447"/>
                    <a:pt x="8353" y="4317"/>
                    <a:pt x="8727" y="2035"/>
                  </a:cubicBezTo>
                  <a:cubicBezTo>
                    <a:pt x="8837" y="1363"/>
                    <a:pt x="8895" y="681"/>
                    <a:pt x="889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6" name="Google Shape;106;p13"/>
          <p:cNvSpPr/>
          <p:nvPr/>
        </p:nvSpPr>
        <p:spPr>
          <a:xfrm>
            <a:off x="356250" y="339000"/>
            <a:ext cx="8431500" cy="4465500"/>
          </a:xfrm>
          <a:prstGeom prst="roundRect">
            <a:avLst>
              <a:gd name="adj" fmla="val 2595"/>
            </a:avLst>
          </a:prstGeom>
          <a:solidFill>
            <a:schemeClr val="accent6"/>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13"/>
          <p:cNvSpPr txBox="1">
            <a:spLocks noGrp="1"/>
          </p:cNvSpPr>
          <p:nvPr>
            <p:ph type="title" hasCustomPrompt="1"/>
          </p:nvPr>
        </p:nvSpPr>
        <p:spPr>
          <a:xfrm>
            <a:off x="1132738" y="1955275"/>
            <a:ext cx="2292900" cy="5934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3000"/>
              <a:buNone/>
              <a:defRPr sz="26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8" name="Google Shape;108;p13"/>
          <p:cNvSpPr txBox="1">
            <a:spLocks noGrp="1"/>
          </p:cNvSpPr>
          <p:nvPr>
            <p:ph type="subTitle" idx="1"/>
          </p:nvPr>
        </p:nvSpPr>
        <p:spPr>
          <a:xfrm>
            <a:off x="1132750" y="2755025"/>
            <a:ext cx="2292900" cy="8988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chemeClr val="dk1"/>
              </a:buClr>
              <a:buSzPts val="2400"/>
              <a:buFont typeface="Bebas Neue" panose="020B0606020202050201"/>
              <a:buNone/>
              <a:defRPr sz="20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a:endParaRPr/>
          </a:p>
        </p:txBody>
      </p:sp>
      <p:sp>
        <p:nvSpPr>
          <p:cNvPr id="109" name="Google Shape;109;p13"/>
          <p:cNvSpPr txBox="1">
            <a:spLocks noGrp="1"/>
          </p:cNvSpPr>
          <p:nvPr>
            <p:ph type="title" idx="2"/>
          </p:nvPr>
        </p:nvSpPr>
        <p:spPr>
          <a:xfrm>
            <a:off x="715100" y="535000"/>
            <a:ext cx="7713900" cy="710700"/>
          </a:xfrm>
          <a:prstGeom prst="rect">
            <a:avLst/>
          </a:prstGeom>
          <a:ln>
            <a:noFill/>
          </a:ln>
        </p:spPr>
        <p:txBody>
          <a:bodyPr spcFirstLastPara="1" wrap="square" lIns="91425" tIns="91425" rIns="91425" bIns="91425" anchor="t" anchorCtr="0">
            <a:noAutofit/>
          </a:bodyPr>
          <a:lstStyle>
            <a:lvl1pPr lvl="0" algn="ctr" rtl="0">
              <a:lnSpc>
                <a:spcPct val="115000"/>
              </a:lnSpc>
              <a:spcBef>
                <a:spcPts val="0"/>
              </a:spcBef>
              <a:spcAft>
                <a:spcPts val="0"/>
              </a:spcAft>
              <a:buClr>
                <a:schemeClr val="dk1"/>
              </a:buClr>
              <a:buSzPts val="3500"/>
              <a:buFont typeface="Poppins Black" panose="00000800000000000000"/>
              <a:buNone/>
              <a:defRPr>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lvl="2"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lvl="3"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lvl="4"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lvl="5"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lvl="6"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lvl="7"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lvl="8"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endParaRPr/>
          </a:p>
        </p:txBody>
      </p:sp>
      <p:sp>
        <p:nvSpPr>
          <p:cNvPr id="110" name="Google Shape;110;p13"/>
          <p:cNvSpPr txBox="1">
            <a:spLocks noGrp="1"/>
          </p:cNvSpPr>
          <p:nvPr>
            <p:ph type="title" idx="3" hasCustomPrompt="1"/>
          </p:nvPr>
        </p:nvSpPr>
        <p:spPr>
          <a:xfrm>
            <a:off x="3425638" y="1955275"/>
            <a:ext cx="2292900" cy="5934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3000"/>
              <a:buNone/>
              <a:defRPr sz="2600">
                <a:solidFill>
                  <a:schemeClr val="accent4"/>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1" name="Google Shape;111;p13"/>
          <p:cNvSpPr txBox="1">
            <a:spLocks noGrp="1"/>
          </p:cNvSpPr>
          <p:nvPr>
            <p:ph type="subTitle" idx="4"/>
          </p:nvPr>
        </p:nvSpPr>
        <p:spPr>
          <a:xfrm>
            <a:off x="3425563" y="2755025"/>
            <a:ext cx="2292900" cy="8988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chemeClr val="dk1"/>
              </a:buClr>
              <a:buSzPts val="2400"/>
              <a:buFont typeface="Bebas Neue" panose="020B0606020202050201"/>
              <a:buNone/>
              <a:defRPr sz="20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a:endParaRPr/>
          </a:p>
        </p:txBody>
      </p:sp>
      <p:sp>
        <p:nvSpPr>
          <p:cNvPr id="112" name="Google Shape;112;p13"/>
          <p:cNvSpPr txBox="1">
            <a:spLocks noGrp="1"/>
          </p:cNvSpPr>
          <p:nvPr>
            <p:ph type="title" idx="5" hasCustomPrompt="1"/>
          </p:nvPr>
        </p:nvSpPr>
        <p:spPr>
          <a:xfrm>
            <a:off x="5718363" y="1955275"/>
            <a:ext cx="2292900" cy="5934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3000"/>
              <a:buNone/>
              <a:defRPr sz="2600">
                <a:solidFill>
                  <a:schemeClr val="accent5"/>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3" name="Google Shape;113;p13"/>
          <p:cNvSpPr txBox="1">
            <a:spLocks noGrp="1"/>
          </p:cNvSpPr>
          <p:nvPr>
            <p:ph type="subTitle" idx="6"/>
          </p:nvPr>
        </p:nvSpPr>
        <p:spPr>
          <a:xfrm>
            <a:off x="5718375" y="2755025"/>
            <a:ext cx="2292900" cy="8988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Clr>
                <a:schemeClr val="dk1"/>
              </a:buClr>
              <a:buSzPts val="2400"/>
              <a:buFont typeface="Bebas Neue" panose="020B0606020202050201"/>
              <a:buNone/>
              <a:defRPr sz="20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2pPr>
            <a:lvl3pPr lvl="2"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3pPr>
            <a:lvl4pPr lvl="3"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4pPr>
            <a:lvl5pPr lvl="4"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5pPr>
            <a:lvl6pPr lvl="5"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6pPr>
            <a:lvl7pPr lvl="6"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7pPr>
            <a:lvl8pPr lvl="7"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8pPr>
            <a:lvl9pPr lvl="8" rtl="0">
              <a:lnSpc>
                <a:spcPct val="100000"/>
              </a:lnSpc>
              <a:spcBef>
                <a:spcPts val="0"/>
              </a:spcBef>
              <a:spcAft>
                <a:spcPts val="0"/>
              </a:spcAft>
              <a:buClr>
                <a:schemeClr val="dk1"/>
              </a:buClr>
              <a:buSzPts val="2400"/>
              <a:buFont typeface="Bebas Neue" panose="020B0606020202050201"/>
              <a:buNone/>
              <a:defRPr sz="2400">
                <a:solidFill>
                  <a:schemeClr val="dk1"/>
                </a:solidFill>
                <a:latin typeface="Bebas Neue" panose="020B0606020202050201"/>
                <a:ea typeface="Bebas Neue" panose="020B0606020202050201"/>
                <a:cs typeface="Bebas Neue" panose="020B0606020202050201"/>
                <a:sym typeface="Bebas Neue" panose="020B0606020202050201"/>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header 1">
  <p:cSld name="CUSTOM_1">
    <p:spTree>
      <p:nvGrpSpPr>
        <p:cNvPr id="1" name="Shape 114"/>
        <p:cNvGrpSpPr/>
        <p:nvPr/>
      </p:nvGrpSpPr>
      <p:grpSpPr>
        <a:xfrm>
          <a:off x="0" y="0"/>
          <a:ext cx="0" cy="0"/>
          <a:chOff x="0" y="0"/>
          <a:chExt cx="0" cy="0"/>
        </a:xfrm>
      </p:grpSpPr>
      <p:grpSp>
        <p:nvGrpSpPr>
          <p:cNvPr id="115" name="Google Shape;115;p14"/>
          <p:cNvGrpSpPr/>
          <p:nvPr/>
        </p:nvGrpSpPr>
        <p:grpSpPr>
          <a:xfrm flipH="1">
            <a:off x="-22" y="0"/>
            <a:ext cx="9144044" cy="5143500"/>
            <a:chOff x="0" y="0"/>
            <a:chExt cx="9144044" cy="5143500"/>
          </a:xfrm>
        </p:grpSpPr>
        <p:sp>
          <p:nvSpPr>
            <p:cNvPr id="116" name="Google Shape;116;p14"/>
            <p:cNvSpPr/>
            <p:nvPr/>
          </p:nvSpPr>
          <p:spPr>
            <a:xfrm>
              <a:off x="46" y="0"/>
              <a:ext cx="1083176" cy="1580697"/>
            </a:xfrm>
            <a:custGeom>
              <a:avLst/>
              <a:gdLst/>
              <a:ahLst/>
              <a:cxnLst/>
              <a:rect l="l" t="t" r="r" b="b"/>
              <a:pathLst>
                <a:path w="8898" h="12985" extrusionOk="0">
                  <a:moveTo>
                    <a:pt x="8682" y="0"/>
                  </a:moveTo>
                  <a:cubicBezTo>
                    <a:pt x="8665" y="2715"/>
                    <a:pt x="7730" y="5446"/>
                    <a:pt x="6129" y="7648"/>
                  </a:cubicBezTo>
                  <a:cubicBezTo>
                    <a:pt x="4534" y="9841"/>
                    <a:pt x="2395" y="11524"/>
                    <a:pt x="0" y="12735"/>
                  </a:cubicBezTo>
                  <a:lnTo>
                    <a:pt x="0" y="12984"/>
                  </a:lnTo>
                  <a:cubicBezTo>
                    <a:pt x="267" y="12851"/>
                    <a:pt x="529" y="12712"/>
                    <a:pt x="790" y="12566"/>
                  </a:cubicBezTo>
                  <a:cubicBezTo>
                    <a:pt x="2751" y="11468"/>
                    <a:pt x="4539" y="10023"/>
                    <a:pt x="5937" y="8256"/>
                  </a:cubicBezTo>
                  <a:cubicBezTo>
                    <a:pt x="7367" y="6447"/>
                    <a:pt x="8353" y="4317"/>
                    <a:pt x="8727" y="2035"/>
                  </a:cubicBezTo>
                  <a:cubicBezTo>
                    <a:pt x="8837" y="1363"/>
                    <a:pt x="8895" y="681"/>
                    <a:pt x="889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4"/>
            <p:cNvSpPr/>
            <p:nvPr/>
          </p:nvSpPr>
          <p:spPr>
            <a:xfrm rot="10800000">
              <a:off x="5864993" y="50"/>
              <a:ext cx="3279051" cy="2399849"/>
            </a:xfrm>
            <a:custGeom>
              <a:avLst/>
              <a:gdLst/>
              <a:ahLst/>
              <a:cxnLst/>
              <a:rect l="l" t="t" r="r" b="b"/>
              <a:pathLst>
                <a:path w="62292" h="45592" extrusionOk="0">
                  <a:moveTo>
                    <a:pt x="7788" y="0"/>
                  </a:moveTo>
                  <a:cubicBezTo>
                    <a:pt x="3764" y="0"/>
                    <a:pt x="0" y="1997"/>
                    <a:pt x="0" y="1997"/>
                  </a:cubicBezTo>
                  <a:lnTo>
                    <a:pt x="0" y="45592"/>
                  </a:lnTo>
                  <a:lnTo>
                    <a:pt x="62292" y="45592"/>
                  </a:lnTo>
                  <a:cubicBezTo>
                    <a:pt x="54378" y="29842"/>
                    <a:pt x="29644" y="32862"/>
                    <a:pt x="19418" y="29757"/>
                  </a:cubicBezTo>
                  <a:cubicBezTo>
                    <a:pt x="9192" y="26649"/>
                    <a:pt x="20513" y="11568"/>
                    <a:pt x="14930" y="3520"/>
                  </a:cubicBezTo>
                  <a:cubicBezTo>
                    <a:pt x="13058" y="822"/>
                    <a:pt x="10370" y="0"/>
                    <a:pt x="778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4"/>
            <p:cNvSpPr/>
            <p:nvPr/>
          </p:nvSpPr>
          <p:spPr>
            <a:xfrm rot="10800000">
              <a:off x="0" y="2910480"/>
              <a:ext cx="4080917" cy="2233020"/>
            </a:xfrm>
            <a:custGeom>
              <a:avLst/>
              <a:gdLst/>
              <a:ahLst/>
              <a:cxnLst/>
              <a:rect l="l" t="t" r="r" b="b"/>
              <a:pathLst>
                <a:path w="78085" h="42727" extrusionOk="0">
                  <a:moveTo>
                    <a:pt x="0" y="0"/>
                  </a:moveTo>
                  <a:cubicBezTo>
                    <a:pt x="2914" y="4598"/>
                    <a:pt x="12288" y="7650"/>
                    <a:pt x="27630" y="7650"/>
                  </a:cubicBezTo>
                  <a:cubicBezTo>
                    <a:pt x="28201" y="7650"/>
                    <a:pt x="28780" y="7646"/>
                    <a:pt x="29367" y="7637"/>
                  </a:cubicBezTo>
                  <a:cubicBezTo>
                    <a:pt x="29565" y="7635"/>
                    <a:pt x="29760" y="7633"/>
                    <a:pt x="29954" y="7633"/>
                  </a:cubicBezTo>
                  <a:cubicBezTo>
                    <a:pt x="53022" y="7633"/>
                    <a:pt x="43343" y="27895"/>
                    <a:pt x="60435" y="38577"/>
                  </a:cubicBezTo>
                  <a:cubicBezTo>
                    <a:pt x="65012" y="41437"/>
                    <a:pt x="71009" y="42727"/>
                    <a:pt x="75508" y="42727"/>
                  </a:cubicBezTo>
                  <a:cubicBezTo>
                    <a:pt x="76440" y="42727"/>
                    <a:pt x="77307" y="42672"/>
                    <a:pt x="78084" y="42564"/>
                  </a:cubicBezTo>
                  <a:lnTo>
                    <a:pt x="78084" y="0"/>
                  </a:ln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14"/>
            <p:cNvSpPr/>
            <p:nvPr/>
          </p:nvSpPr>
          <p:spPr>
            <a:xfrm rot="10800000">
              <a:off x="8341755" y="3972706"/>
              <a:ext cx="802288" cy="1170793"/>
            </a:xfrm>
            <a:custGeom>
              <a:avLst/>
              <a:gdLst/>
              <a:ahLst/>
              <a:cxnLst/>
              <a:rect l="l" t="t" r="r" b="b"/>
              <a:pathLst>
                <a:path w="8898" h="12985" extrusionOk="0">
                  <a:moveTo>
                    <a:pt x="8682" y="0"/>
                  </a:moveTo>
                  <a:cubicBezTo>
                    <a:pt x="8665" y="2715"/>
                    <a:pt x="7730" y="5446"/>
                    <a:pt x="6129" y="7648"/>
                  </a:cubicBezTo>
                  <a:cubicBezTo>
                    <a:pt x="4534" y="9841"/>
                    <a:pt x="2395" y="11524"/>
                    <a:pt x="0" y="12735"/>
                  </a:cubicBezTo>
                  <a:lnTo>
                    <a:pt x="0" y="12984"/>
                  </a:lnTo>
                  <a:cubicBezTo>
                    <a:pt x="267" y="12851"/>
                    <a:pt x="529" y="12712"/>
                    <a:pt x="790" y="12566"/>
                  </a:cubicBezTo>
                  <a:cubicBezTo>
                    <a:pt x="2751" y="11468"/>
                    <a:pt x="4539" y="10023"/>
                    <a:pt x="5937" y="8256"/>
                  </a:cubicBezTo>
                  <a:cubicBezTo>
                    <a:pt x="7367" y="6447"/>
                    <a:pt x="8353" y="4317"/>
                    <a:pt x="8727" y="2035"/>
                  </a:cubicBezTo>
                  <a:cubicBezTo>
                    <a:pt x="8837" y="1363"/>
                    <a:pt x="8895" y="681"/>
                    <a:pt x="889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0" name="Google Shape;120;p14"/>
          <p:cNvSpPr/>
          <p:nvPr/>
        </p:nvSpPr>
        <p:spPr>
          <a:xfrm>
            <a:off x="356250" y="339000"/>
            <a:ext cx="8431500" cy="4465500"/>
          </a:xfrm>
          <a:prstGeom prst="roundRect">
            <a:avLst>
              <a:gd name="adj" fmla="val 2595"/>
            </a:avLst>
          </a:prstGeom>
          <a:solidFill>
            <a:schemeClr val="accent6"/>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14"/>
          <p:cNvSpPr txBox="1">
            <a:spLocks noGrp="1"/>
          </p:cNvSpPr>
          <p:nvPr>
            <p:ph type="title"/>
          </p:nvPr>
        </p:nvSpPr>
        <p:spPr>
          <a:xfrm>
            <a:off x="4572000" y="2425500"/>
            <a:ext cx="3448200" cy="1461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22" name="Google Shape;122;p14"/>
          <p:cNvSpPr txBox="1">
            <a:spLocks noGrp="1"/>
          </p:cNvSpPr>
          <p:nvPr>
            <p:ph type="title" idx="2" hasCustomPrompt="1"/>
          </p:nvPr>
        </p:nvSpPr>
        <p:spPr>
          <a:xfrm>
            <a:off x="4572000" y="1196450"/>
            <a:ext cx="3448200" cy="1098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4500">
                <a:solidFill>
                  <a:schemeClr val="accent4"/>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 header 2">
  <p:cSld name="CUSTOM_1_1">
    <p:spTree>
      <p:nvGrpSpPr>
        <p:cNvPr id="1" name="Shape 123"/>
        <p:cNvGrpSpPr/>
        <p:nvPr/>
      </p:nvGrpSpPr>
      <p:grpSpPr>
        <a:xfrm>
          <a:off x="0" y="0"/>
          <a:ext cx="0" cy="0"/>
          <a:chOff x="0" y="0"/>
          <a:chExt cx="0" cy="0"/>
        </a:xfrm>
      </p:grpSpPr>
      <p:grpSp>
        <p:nvGrpSpPr>
          <p:cNvPr id="124" name="Google Shape;124;p15"/>
          <p:cNvGrpSpPr/>
          <p:nvPr/>
        </p:nvGrpSpPr>
        <p:grpSpPr>
          <a:xfrm flipH="1">
            <a:off x="-22" y="0"/>
            <a:ext cx="9144044" cy="5143500"/>
            <a:chOff x="0" y="0"/>
            <a:chExt cx="9144044" cy="5143500"/>
          </a:xfrm>
        </p:grpSpPr>
        <p:sp>
          <p:nvSpPr>
            <p:cNvPr id="125" name="Google Shape;125;p15"/>
            <p:cNvSpPr/>
            <p:nvPr/>
          </p:nvSpPr>
          <p:spPr>
            <a:xfrm>
              <a:off x="46" y="0"/>
              <a:ext cx="1083176" cy="1580697"/>
            </a:xfrm>
            <a:custGeom>
              <a:avLst/>
              <a:gdLst/>
              <a:ahLst/>
              <a:cxnLst/>
              <a:rect l="l" t="t" r="r" b="b"/>
              <a:pathLst>
                <a:path w="8898" h="12985" extrusionOk="0">
                  <a:moveTo>
                    <a:pt x="8682" y="0"/>
                  </a:moveTo>
                  <a:cubicBezTo>
                    <a:pt x="8665" y="2715"/>
                    <a:pt x="7730" y="5446"/>
                    <a:pt x="6129" y="7648"/>
                  </a:cubicBezTo>
                  <a:cubicBezTo>
                    <a:pt x="4534" y="9841"/>
                    <a:pt x="2395" y="11524"/>
                    <a:pt x="0" y="12735"/>
                  </a:cubicBezTo>
                  <a:lnTo>
                    <a:pt x="0" y="12984"/>
                  </a:lnTo>
                  <a:cubicBezTo>
                    <a:pt x="267" y="12851"/>
                    <a:pt x="529" y="12712"/>
                    <a:pt x="790" y="12566"/>
                  </a:cubicBezTo>
                  <a:cubicBezTo>
                    <a:pt x="2751" y="11468"/>
                    <a:pt x="4539" y="10023"/>
                    <a:pt x="5937" y="8256"/>
                  </a:cubicBezTo>
                  <a:cubicBezTo>
                    <a:pt x="7367" y="6447"/>
                    <a:pt x="8353" y="4317"/>
                    <a:pt x="8727" y="2035"/>
                  </a:cubicBezTo>
                  <a:cubicBezTo>
                    <a:pt x="8837" y="1363"/>
                    <a:pt x="8895" y="681"/>
                    <a:pt x="889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15"/>
            <p:cNvSpPr/>
            <p:nvPr/>
          </p:nvSpPr>
          <p:spPr>
            <a:xfrm rot="10800000">
              <a:off x="5864993" y="50"/>
              <a:ext cx="3279051" cy="2399849"/>
            </a:xfrm>
            <a:custGeom>
              <a:avLst/>
              <a:gdLst/>
              <a:ahLst/>
              <a:cxnLst/>
              <a:rect l="l" t="t" r="r" b="b"/>
              <a:pathLst>
                <a:path w="62292" h="45592" extrusionOk="0">
                  <a:moveTo>
                    <a:pt x="7788" y="0"/>
                  </a:moveTo>
                  <a:cubicBezTo>
                    <a:pt x="3764" y="0"/>
                    <a:pt x="0" y="1997"/>
                    <a:pt x="0" y="1997"/>
                  </a:cubicBezTo>
                  <a:lnTo>
                    <a:pt x="0" y="45592"/>
                  </a:lnTo>
                  <a:lnTo>
                    <a:pt x="62292" y="45592"/>
                  </a:lnTo>
                  <a:cubicBezTo>
                    <a:pt x="54378" y="29842"/>
                    <a:pt x="29644" y="32862"/>
                    <a:pt x="19418" y="29757"/>
                  </a:cubicBezTo>
                  <a:cubicBezTo>
                    <a:pt x="9192" y="26649"/>
                    <a:pt x="20513" y="11568"/>
                    <a:pt x="14930" y="3520"/>
                  </a:cubicBezTo>
                  <a:cubicBezTo>
                    <a:pt x="13058" y="822"/>
                    <a:pt x="10370" y="0"/>
                    <a:pt x="778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15"/>
            <p:cNvSpPr/>
            <p:nvPr/>
          </p:nvSpPr>
          <p:spPr>
            <a:xfrm rot="10800000">
              <a:off x="0" y="2910480"/>
              <a:ext cx="4080917" cy="2233020"/>
            </a:xfrm>
            <a:custGeom>
              <a:avLst/>
              <a:gdLst/>
              <a:ahLst/>
              <a:cxnLst/>
              <a:rect l="l" t="t" r="r" b="b"/>
              <a:pathLst>
                <a:path w="78085" h="42727" extrusionOk="0">
                  <a:moveTo>
                    <a:pt x="0" y="0"/>
                  </a:moveTo>
                  <a:cubicBezTo>
                    <a:pt x="2914" y="4598"/>
                    <a:pt x="12288" y="7650"/>
                    <a:pt x="27630" y="7650"/>
                  </a:cubicBezTo>
                  <a:cubicBezTo>
                    <a:pt x="28201" y="7650"/>
                    <a:pt x="28780" y="7646"/>
                    <a:pt x="29367" y="7637"/>
                  </a:cubicBezTo>
                  <a:cubicBezTo>
                    <a:pt x="29565" y="7635"/>
                    <a:pt x="29760" y="7633"/>
                    <a:pt x="29954" y="7633"/>
                  </a:cubicBezTo>
                  <a:cubicBezTo>
                    <a:pt x="53022" y="7633"/>
                    <a:pt x="43343" y="27895"/>
                    <a:pt x="60435" y="38577"/>
                  </a:cubicBezTo>
                  <a:cubicBezTo>
                    <a:pt x="65012" y="41437"/>
                    <a:pt x="71009" y="42727"/>
                    <a:pt x="75508" y="42727"/>
                  </a:cubicBezTo>
                  <a:cubicBezTo>
                    <a:pt x="76440" y="42727"/>
                    <a:pt x="77307" y="42672"/>
                    <a:pt x="78084" y="42564"/>
                  </a:cubicBezTo>
                  <a:lnTo>
                    <a:pt x="78084" y="0"/>
                  </a:ln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15"/>
            <p:cNvSpPr/>
            <p:nvPr/>
          </p:nvSpPr>
          <p:spPr>
            <a:xfrm rot="10800000">
              <a:off x="8341755" y="3972706"/>
              <a:ext cx="802288" cy="1170793"/>
            </a:xfrm>
            <a:custGeom>
              <a:avLst/>
              <a:gdLst/>
              <a:ahLst/>
              <a:cxnLst/>
              <a:rect l="l" t="t" r="r" b="b"/>
              <a:pathLst>
                <a:path w="8898" h="12985" extrusionOk="0">
                  <a:moveTo>
                    <a:pt x="8682" y="0"/>
                  </a:moveTo>
                  <a:cubicBezTo>
                    <a:pt x="8665" y="2715"/>
                    <a:pt x="7730" y="5446"/>
                    <a:pt x="6129" y="7648"/>
                  </a:cubicBezTo>
                  <a:cubicBezTo>
                    <a:pt x="4534" y="9841"/>
                    <a:pt x="2395" y="11524"/>
                    <a:pt x="0" y="12735"/>
                  </a:cubicBezTo>
                  <a:lnTo>
                    <a:pt x="0" y="12984"/>
                  </a:lnTo>
                  <a:cubicBezTo>
                    <a:pt x="267" y="12851"/>
                    <a:pt x="529" y="12712"/>
                    <a:pt x="790" y="12566"/>
                  </a:cubicBezTo>
                  <a:cubicBezTo>
                    <a:pt x="2751" y="11468"/>
                    <a:pt x="4539" y="10023"/>
                    <a:pt x="5937" y="8256"/>
                  </a:cubicBezTo>
                  <a:cubicBezTo>
                    <a:pt x="7367" y="6447"/>
                    <a:pt x="8353" y="4317"/>
                    <a:pt x="8727" y="2035"/>
                  </a:cubicBezTo>
                  <a:cubicBezTo>
                    <a:pt x="8837" y="1363"/>
                    <a:pt x="8895" y="681"/>
                    <a:pt x="889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9" name="Google Shape;129;p15"/>
          <p:cNvSpPr/>
          <p:nvPr/>
        </p:nvSpPr>
        <p:spPr>
          <a:xfrm>
            <a:off x="356250" y="339000"/>
            <a:ext cx="8431500" cy="4465500"/>
          </a:xfrm>
          <a:prstGeom prst="roundRect">
            <a:avLst>
              <a:gd name="adj" fmla="val 2595"/>
            </a:avLst>
          </a:prstGeom>
          <a:solidFill>
            <a:schemeClr val="accent6"/>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15"/>
          <p:cNvSpPr txBox="1">
            <a:spLocks noGrp="1"/>
          </p:cNvSpPr>
          <p:nvPr>
            <p:ph type="title"/>
          </p:nvPr>
        </p:nvSpPr>
        <p:spPr>
          <a:xfrm>
            <a:off x="4572000" y="2425500"/>
            <a:ext cx="3448200" cy="1461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31" name="Google Shape;131;p15"/>
          <p:cNvSpPr txBox="1">
            <a:spLocks noGrp="1"/>
          </p:cNvSpPr>
          <p:nvPr>
            <p:ph type="title" idx="2" hasCustomPrompt="1"/>
          </p:nvPr>
        </p:nvSpPr>
        <p:spPr>
          <a:xfrm>
            <a:off x="4572000" y="1196450"/>
            <a:ext cx="3448200" cy="1098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4500">
                <a:solidFill>
                  <a:schemeClr val="accent5"/>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ext">
  <p:cSld name="CUSTOM">
    <p:spTree>
      <p:nvGrpSpPr>
        <p:cNvPr id="1" name="Shape 132"/>
        <p:cNvGrpSpPr/>
        <p:nvPr/>
      </p:nvGrpSpPr>
      <p:grpSpPr>
        <a:xfrm>
          <a:off x="0" y="0"/>
          <a:ext cx="0" cy="0"/>
          <a:chOff x="0" y="0"/>
          <a:chExt cx="0" cy="0"/>
        </a:xfrm>
      </p:grpSpPr>
      <p:grpSp>
        <p:nvGrpSpPr>
          <p:cNvPr id="133" name="Google Shape;133;p16"/>
          <p:cNvGrpSpPr/>
          <p:nvPr/>
        </p:nvGrpSpPr>
        <p:grpSpPr>
          <a:xfrm flipH="1">
            <a:off x="-22" y="0"/>
            <a:ext cx="9144044" cy="5143500"/>
            <a:chOff x="0" y="0"/>
            <a:chExt cx="9144044" cy="5143500"/>
          </a:xfrm>
        </p:grpSpPr>
        <p:sp>
          <p:nvSpPr>
            <p:cNvPr id="134" name="Google Shape;134;p16"/>
            <p:cNvSpPr/>
            <p:nvPr/>
          </p:nvSpPr>
          <p:spPr>
            <a:xfrm>
              <a:off x="46" y="0"/>
              <a:ext cx="1083176" cy="1580697"/>
            </a:xfrm>
            <a:custGeom>
              <a:avLst/>
              <a:gdLst/>
              <a:ahLst/>
              <a:cxnLst/>
              <a:rect l="l" t="t" r="r" b="b"/>
              <a:pathLst>
                <a:path w="8898" h="12985" extrusionOk="0">
                  <a:moveTo>
                    <a:pt x="8682" y="0"/>
                  </a:moveTo>
                  <a:cubicBezTo>
                    <a:pt x="8665" y="2715"/>
                    <a:pt x="7730" y="5446"/>
                    <a:pt x="6129" y="7648"/>
                  </a:cubicBezTo>
                  <a:cubicBezTo>
                    <a:pt x="4534" y="9841"/>
                    <a:pt x="2395" y="11524"/>
                    <a:pt x="0" y="12735"/>
                  </a:cubicBezTo>
                  <a:lnTo>
                    <a:pt x="0" y="12984"/>
                  </a:lnTo>
                  <a:cubicBezTo>
                    <a:pt x="267" y="12851"/>
                    <a:pt x="529" y="12712"/>
                    <a:pt x="790" y="12566"/>
                  </a:cubicBezTo>
                  <a:cubicBezTo>
                    <a:pt x="2751" y="11468"/>
                    <a:pt x="4539" y="10023"/>
                    <a:pt x="5937" y="8256"/>
                  </a:cubicBezTo>
                  <a:cubicBezTo>
                    <a:pt x="7367" y="6447"/>
                    <a:pt x="8353" y="4317"/>
                    <a:pt x="8727" y="2035"/>
                  </a:cubicBezTo>
                  <a:cubicBezTo>
                    <a:pt x="8837" y="1363"/>
                    <a:pt x="8895" y="681"/>
                    <a:pt x="889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16"/>
            <p:cNvSpPr/>
            <p:nvPr/>
          </p:nvSpPr>
          <p:spPr>
            <a:xfrm rot="10800000">
              <a:off x="5864993" y="50"/>
              <a:ext cx="3279051" cy="2399849"/>
            </a:xfrm>
            <a:custGeom>
              <a:avLst/>
              <a:gdLst/>
              <a:ahLst/>
              <a:cxnLst/>
              <a:rect l="l" t="t" r="r" b="b"/>
              <a:pathLst>
                <a:path w="62292" h="45592" extrusionOk="0">
                  <a:moveTo>
                    <a:pt x="7788" y="0"/>
                  </a:moveTo>
                  <a:cubicBezTo>
                    <a:pt x="3764" y="0"/>
                    <a:pt x="0" y="1997"/>
                    <a:pt x="0" y="1997"/>
                  </a:cubicBezTo>
                  <a:lnTo>
                    <a:pt x="0" y="45592"/>
                  </a:lnTo>
                  <a:lnTo>
                    <a:pt x="62292" y="45592"/>
                  </a:lnTo>
                  <a:cubicBezTo>
                    <a:pt x="54378" y="29842"/>
                    <a:pt x="29644" y="32862"/>
                    <a:pt x="19418" y="29757"/>
                  </a:cubicBezTo>
                  <a:cubicBezTo>
                    <a:pt x="9192" y="26649"/>
                    <a:pt x="20513" y="11568"/>
                    <a:pt x="14930" y="3520"/>
                  </a:cubicBezTo>
                  <a:cubicBezTo>
                    <a:pt x="13058" y="822"/>
                    <a:pt x="10370" y="0"/>
                    <a:pt x="778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16"/>
            <p:cNvSpPr/>
            <p:nvPr/>
          </p:nvSpPr>
          <p:spPr>
            <a:xfrm rot="10800000">
              <a:off x="0" y="2910480"/>
              <a:ext cx="4080917" cy="2233020"/>
            </a:xfrm>
            <a:custGeom>
              <a:avLst/>
              <a:gdLst/>
              <a:ahLst/>
              <a:cxnLst/>
              <a:rect l="l" t="t" r="r" b="b"/>
              <a:pathLst>
                <a:path w="78085" h="42727" extrusionOk="0">
                  <a:moveTo>
                    <a:pt x="0" y="0"/>
                  </a:moveTo>
                  <a:cubicBezTo>
                    <a:pt x="2914" y="4598"/>
                    <a:pt x="12288" y="7650"/>
                    <a:pt x="27630" y="7650"/>
                  </a:cubicBezTo>
                  <a:cubicBezTo>
                    <a:pt x="28201" y="7650"/>
                    <a:pt x="28780" y="7646"/>
                    <a:pt x="29367" y="7637"/>
                  </a:cubicBezTo>
                  <a:cubicBezTo>
                    <a:pt x="29565" y="7635"/>
                    <a:pt x="29760" y="7633"/>
                    <a:pt x="29954" y="7633"/>
                  </a:cubicBezTo>
                  <a:cubicBezTo>
                    <a:pt x="53022" y="7633"/>
                    <a:pt x="43343" y="27895"/>
                    <a:pt x="60435" y="38577"/>
                  </a:cubicBezTo>
                  <a:cubicBezTo>
                    <a:pt x="65012" y="41437"/>
                    <a:pt x="71009" y="42727"/>
                    <a:pt x="75508" y="42727"/>
                  </a:cubicBezTo>
                  <a:cubicBezTo>
                    <a:pt x="76440" y="42727"/>
                    <a:pt x="77307" y="42672"/>
                    <a:pt x="78084" y="42564"/>
                  </a:cubicBezTo>
                  <a:lnTo>
                    <a:pt x="78084" y="0"/>
                  </a:ln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16"/>
            <p:cNvSpPr/>
            <p:nvPr/>
          </p:nvSpPr>
          <p:spPr>
            <a:xfrm rot="10800000">
              <a:off x="8341755" y="3972706"/>
              <a:ext cx="802288" cy="1170793"/>
            </a:xfrm>
            <a:custGeom>
              <a:avLst/>
              <a:gdLst/>
              <a:ahLst/>
              <a:cxnLst/>
              <a:rect l="l" t="t" r="r" b="b"/>
              <a:pathLst>
                <a:path w="8898" h="12985" extrusionOk="0">
                  <a:moveTo>
                    <a:pt x="8682" y="0"/>
                  </a:moveTo>
                  <a:cubicBezTo>
                    <a:pt x="8665" y="2715"/>
                    <a:pt x="7730" y="5446"/>
                    <a:pt x="6129" y="7648"/>
                  </a:cubicBezTo>
                  <a:cubicBezTo>
                    <a:pt x="4534" y="9841"/>
                    <a:pt x="2395" y="11524"/>
                    <a:pt x="0" y="12735"/>
                  </a:cubicBezTo>
                  <a:lnTo>
                    <a:pt x="0" y="12984"/>
                  </a:lnTo>
                  <a:cubicBezTo>
                    <a:pt x="267" y="12851"/>
                    <a:pt x="529" y="12712"/>
                    <a:pt x="790" y="12566"/>
                  </a:cubicBezTo>
                  <a:cubicBezTo>
                    <a:pt x="2751" y="11468"/>
                    <a:pt x="4539" y="10023"/>
                    <a:pt x="5937" y="8256"/>
                  </a:cubicBezTo>
                  <a:cubicBezTo>
                    <a:pt x="7367" y="6447"/>
                    <a:pt x="8353" y="4317"/>
                    <a:pt x="8727" y="2035"/>
                  </a:cubicBezTo>
                  <a:cubicBezTo>
                    <a:pt x="8837" y="1363"/>
                    <a:pt x="8895" y="681"/>
                    <a:pt x="889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8" name="Google Shape;138;p16"/>
          <p:cNvSpPr/>
          <p:nvPr/>
        </p:nvSpPr>
        <p:spPr>
          <a:xfrm>
            <a:off x="356250" y="339000"/>
            <a:ext cx="8431500" cy="4465500"/>
          </a:xfrm>
          <a:prstGeom prst="roundRect">
            <a:avLst>
              <a:gd name="adj" fmla="val 2595"/>
            </a:avLst>
          </a:prstGeom>
          <a:solidFill>
            <a:schemeClr val="accent6"/>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16"/>
          <p:cNvSpPr txBox="1">
            <a:spLocks noGrp="1"/>
          </p:cNvSpPr>
          <p:nvPr>
            <p:ph type="title"/>
          </p:nvPr>
        </p:nvSpPr>
        <p:spPr>
          <a:xfrm>
            <a:off x="715100" y="535000"/>
            <a:ext cx="7713900" cy="710700"/>
          </a:xfrm>
          <a:prstGeom prst="rect">
            <a:avLst/>
          </a:prstGeom>
          <a:ln>
            <a:noFill/>
          </a:ln>
        </p:spPr>
        <p:txBody>
          <a:bodyPr spcFirstLastPara="1" wrap="square" lIns="91425" tIns="91425" rIns="91425" bIns="91425" anchor="t" anchorCtr="0">
            <a:noAutofit/>
          </a:bodyPr>
          <a:lstStyle>
            <a:lvl1pPr lvl="0" algn="l"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lvl="2"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lvl="3"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lvl="4"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lvl="5"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lvl="6"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lvl="7"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lvl="8"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endParaRPr/>
          </a:p>
        </p:txBody>
      </p:sp>
      <p:sp>
        <p:nvSpPr>
          <p:cNvPr id="140" name="Google Shape;140;p16"/>
          <p:cNvSpPr txBox="1">
            <a:spLocks noGrp="1"/>
          </p:cNvSpPr>
          <p:nvPr>
            <p:ph type="body" idx="1"/>
          </p:nvPr>
        </p:nvSpPr>
        <p:spPr>
          <a:xfrm>
            <a:off x="715050" y="1245700"/>
            <a:ext cx="7713900" cy="3362700"/>
          </a:xfrm>
          <a:prstGeom prst="rect">
            <a:avLst/>
          </a:prstGeom>
          <a:ln>
            <a:noFill/>
          </a:ln>
        </p:spPr>
        <p:txBody>
          <a:bodyPr spcFirstLastPara="1" wrap="square" lIns="91425" tIns="91425" rIns="91425" bIns="91425" anchor="t" anchorCtr="0">
            <a:noAutofit/>
          </a:bodyPr>
          <a:lstStyle>
            <a:lvl1pPr marL="457200" lvl="0" indent="-311150" rtl="0">
              <a:spcBef>
                <a:spcPts val="0"/>
              </a:spcBef>
              <a:spcAft>
                <a:spcPts val="0"/>
              </a:spcAft>
              <a:buClr>
                <a:schemeClr val="accent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1pPr>
            <a:lvl2pPr marL="914400" lvl="1"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2pPr>
            <a:lvl3pPr marL="1371600" lvl="2"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3pPr>
            <a:lvl4pPr marL="1828800" lvl="3"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4pPr>
            <a:lvl5pPr marL="2286000" lvl="4"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5pPr>
            <a:lvl6pPr marL="2743200" lvl="5"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6pPr>
            <a:lvl7pPr marL="3200400" lvl="6"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7pPr>
            <a:lvl8pPr marL="3657600" lvl="7"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8pPr>
            <a:lvl9pPr marL="4114800" lvl="8"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9pPr>
          </a:lstStyle>
          <a:p>
            <a:endParaRPr/>
          </a:p>
        </p:txBody>
      </p:sp>
      <p:sp>
        <p:nvSpPr>
          <p:cNvPr id="141" name="Google Shape;141;p16"/>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1">
  <p:cSld name="CUSTOM_2">
    <p:spTree>
      <p:nvGrpSpPr>
        <p:cNvPr id="1" name="Shape 142"/>
        <p:cNvGrpSpPr/>
        <p:nvPr/>
      </p:nvGrpSpPr>
      <p:grpSpPr>
        <a:xfrm>
          <a:off x="0" y="0"/>
          <a:ext cx="0" cy="0"/>
          <a:chOff x="0" y="0"/>
          <a:chExt cx="0" cy="0"/>
        </a:xfrm>
      </p:grpSpPr>
      <p:grpSp>
        <p:nvGrpSpPr>
          <p:cNvPr id="143" name="Google Shape;143;p17"/>
          <p:cNvGrpSpPr/>
          <p:nvPr/>
        </p:nvGrpSpPr>
        <p:grpSpPr>
          <a:xfrm>
            <a:off x="0" y="0"/>
            <a:ext cx="9144044" cy="5143500"/>
            <a:chOff x="0" y="0"/>
            <a:chExt cx="9144044" cy="5143500"/>
          </a:xfrm>
        </p:grpSpPr>
        <p:sp>
          <p:nvSpPr>
            <p:cNvPr id="144" name="Google Shape;144;p17"/>
            <p:cNvSpPr/>
            <p:nvPr/>
          </p:nvSpPr>
          <p:spPr>
            <a:xfrm rot="10800000">
              <a:off x="8060822" y="3562803"/>
              <a:ext cx="1083176" cy="1580697"/>
            </a:xfrm>
            <a:custGeom>
              <a:avLst/>
              <a:gdLst/>
              <a:ahLst/>
              <a:cxnLst/>
              <a:rect l="l" t="t" r="r" b="b"/>
              <a:pathLst>
                <a:path w="8898" h="12985" extrusionOk="0">
                  <a:moveTo>
                    <a:pt x="8682" y="0"/>
                  </a:moveTo>
                  <a:cubicBezTo>
                    <a:pt x="8665" y="2715"/>
                    <a:pt x="7730" y="5446"/>
                    <a:pt x="6129" y="7648"/>
                  </a:cubicBezTo>
                  <a:cubicBezTo>
                    <a:pt x="4534" y="9841"/>
                    <a:pt x="2395" y="11524"/>
                    <a:pt x="0" y="12735"/>
                  </a:cubicBezTo>
                  <a:lnTo>
                    <a:pt x="0" y="12984"/>
                  </a:lnTo>
                  <a:cubicBezTo>
                    <a:pt x="267" y="12851"/>
                    <a:pt x="529" y="12712"/>
                    <a:pt x="790" y="12566"/>
                  </a:cubicBezTo>
                  <a:cubicBezTo>
                    <a:pt x="2751" y="11468"/>
                    <a:pt x="4539" y="10023"/>
                    <a:pt x="5937" y="8256"/>
                  </a:cubicBezTo>
                  <a:cubicBezTo>
                    <a:pt x="7367" y="6447"/>
                    <a:pt x="8353" y="4317"/>
                    <a:pt x="8727" y="2035"/>
                  </a:cubicBezTo>
                  <a:cubicBezTo>
                    <a:pt x="8837" y="1363"/>
                    <a:pt x="8895" y="681"/>
                    <a:pt x="889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7"/>
            <p:cNvSpPr/>
            <p:nvPr/>
          </p:nvSpPr>
          <p:spPr>
            <a:xfrm>
              <a:off x="0" y="2743600"/>
              <a:ext cx="3279051" cy="2399849"/>
            </a:xfrm>
            <a:custGeom>
              <a:avLst/>
              <a:gdLst/>
              <a:ahLst/>
              <a:cxnLst/>
              <a:rect l="l" t="t" r="r" b="b"/>
              <a:pathLst>
                <a:path w="62292" h="45592" extrusionOk="0">
                  <a:moveTo>
                    <a:pt x="7788" y="0"/>
                  </a:moveTo>
                  <a:cubicBezTo>
                    <a:pt x="3764" y="0"/>
                    <a:pt x="0" y="1997"/>
                    <a:pt x="0" y="1997"/>
                  </a:cubicBezTo>
                  <a:lnTo>
                    <a:pt x="0" y="45592"/>
                  </a:lnTo>
                  <a:lnTo>
                    <a:pt x="62292" y="45592"/>
                  </a:lnTo>
                  <a:cubicBezTo>
                    <a:pt x="54378" y="29842"/>
                    <a:pt x="29644" y="32862"/>
                    <a:pt x="19418" y="29757"/>
                  </a:cubicBezTo>
                  <a:cubicBezTo>
                    <a:pt x="9192" y="26649"/>
                    <a:pt x="20513" y="11568"/>
                    <a:pt x="14930" y="3520"/>
                  </a:cubicBezTo>
                  <a:cubicBezTo>
                    <a:pt x="13058" y="822"/>
                    <a:pt x="10370" y="0"/>
                    <a:pt x="778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7"/>
            <p:cNvSpPr/>
            <p:nvPr/>
          </p:nvSpPr>
          <p:spPr>
            <a:xfrm>
              <a:off x="5063126" y="0"/>
              <a:ext cx="4080917" cy="2233020"/>
            </a:xfrm>
            <a:custGeom>
              <a:avLst/>
              <a:gdLst/>
              <a:ahLst/>
              <a:cxnLst/>
              <a:rect l="l" t="t" r="r" b="b"/>
              <a:pathLst>
                <a:path w="78085" h="42727" extrusionOk="0">
                  <a:moveTo>
                    <a:pt x="0" y="0"/>
                  </a:moveTo>
                  <a:cubicBezTo>
                    <a:pt x="2914" y="4598"/>
                    <a:pt x="12288" y="7650"/>
                    <a:pt x="27630" y="7650"/>
                  </a:cubicBezTo>
                  <a:cubicBezTo>
                    <a:pt x="28201" y="7650"/>
                    <a:pt x="28780" y="7646"/>
                    <a:pt x="29367" y="7637"/>
                  </a:cubicBezTo>
                  <a:cubicBezTo>
                    <a:pt x="29565" y="7635"/>
                    <a:pt x="29760" y="7633"/>
                    <a:pt x="29954" y="7633"/>
                  </a:cubicBezTo>
                  <a:cubicBezTo>
                    <a:pt x="53022" y="7633"/>
                    <a:pt x="43343" y="27895"/>
                    <a:pt x="60435" y="38577"/>
                  </a:cubicBezTo>
                  <a:cubicBezTo>
                    <a:pt x="65012" y="41437"/>
                    <a:pt x="71009" y="42727"/>
                    <a:pt x="75508" y="42727"/>
                  </a:cubicBezTo>
                  <a:cubicBezTo>
                    <a:pt x="76440" y="42727"/>
                    <a:pt x="77307" y="42672"/>
                    <a:pt x="78084" y="42564"/>
                  </a:cubicBezTo>
                  <a:lnTo>
                    <a:pt x="78084" y="0"/>
                  </a:ln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7"/>
            <p:cNvSpPr/>
            <p:nvPr/>
          </p:nvSpPr>
          <p:spPr>
            <a:xfrm>
              <a:off x="0" y="1"/>
              <a:ext cx="802288" cy="1170793"/>
            </a:xfrm>
            <a:custGeom>
              <a:avLst/>
              <a:gdLst/>
              <a:ahLst/>
              <a:cxnLst/>
              <a:rect l="l" t="t" r="r" b="b"/>
              <a:pathLst>
                <a:path w="8898" h="12985" extrusionOk="0">
                  <a:moveTo>
                    <a:pt x="8682" y="0"/>
                  </a:moveTo>
                  <a:cubicBezTo>
                    <a:pt x="8665" y="2715"/>
                    <a:pt x="7730" y="5446"/>
                    <a:pt x="6129" y="7648"/>
                  </a:cubicBezTo>
                  <a:cubicBezTo>
                    <a:pt x="4534" y="9841"/>
                    <a:pt x="2395" y="11524"/>
                    <a:pt x="0" y="12735"/>
                  </a:cubicBezTo>
                  <a:lnTo>
                    <a:pt x="0" y="12984"/>
                  </a:lnTo>
                  <a:cubicBezTo>
                    <a:pt x="267" y="12851"/>
                    <a:pt x="529" y="12712"/>
                    <a:pt x="790" y="12566"/>
                  </a:cubicBezTo>
                  <a:cubicBezTo>
                    <a:pt x="2751" y="11468"/>
                    <a:pt x="4539" y="10023"/>
                    <a:pt x="5937" y="8256"/>
                  </a:cubicBezTo>
                  <a:cubicBezTo>
                    <a:pt x="7367" y="6447"/>
                    <a:pt x="8353" y="4317"/>
                    <a:pt x="8727" y="2035"/>
                  </a:cubicBezTo>
                  <a:cubicBezTo>
                    <a:pt x="8837" y="1363"/>
                    <a:pt x="8895" y="681"/>
                    <a:pt x="889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8" name="Google Shape;148;p17"/>
          <p:cNvSpPr/>
          <p:nvPr/>
        </p:nvSpPr>
        <p:spPr>
          <a:xfrm>
            <a:off x="356250" y="339000"/>
            <a:ext cx="8431500" cy="4465500"/>
          </a:xfrm>
          <a:prstGeom prst="roundRect">
            <a:avLst>
              <a:gd name="adj" fmla="val 2595"/>
            </a:avLst>
          </a:prstGeom>
          <a:solidFill>
            <a:schemeClr val="accent6"/>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17"/>
          <p:cNvSpPr txBox="1">
            <a:spLocks noGrp="1"/>
          </p:cNvSpPr>
          <p:nvPr>
            <p:ph type="title"/>
          </p:nvPr>
        </p:nvSpPr>
        <p:spPr>
          <a:xfrm>
            <a:off x="715100" y="535000"/>
            <a:ext cx="7713900" cy="710700"/>
          </a:xfrm>
          <a:prstGeom prst="rect">
            <a:avLst/>
          </a:prstGeom>
          <a:ln>
            <a:noFill/>
          </a:ln>
        </p:spPr>
        <p:txBody>
          <a:bodyPr spcFirstLastPara="1" wrap="square" lIns="91425" tIns="91425" rIns="91425" bIns="91425" anchor="t" anchorCtr="0">
            <a:noAutofit/>
          </a:bodyPr>
          <a:lstStyle>
            <a:lvl1pPr lvl="0" algn="l"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lvl="2"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lvl="3"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lvl="4"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lvl="5"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lvl="6"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lvl="7"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lvl="8"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endParaRPr/>
          </a:p>
        </p:txBody>
      </p:sp>
      <p:sp>
        <p:nvSpPr>
          <p:cNvPr id="150" name="Google Shape;150;p17"/>
          <p:cNvSpPr txBox="1">
            <a:spLocks noGrp="1"/>
          </p:cNvSpPr>
          <p:nvPr>
            <p:ph type="body" idx="1"/>
          </p:nvPr>
        </p:nvSpPr>
        <p:spPr>
          <a:xfrm>
            <a:off x="715050" y="1245700"/>
            <a:ext cx="7713900" cy="3362700"/>
          </a:xfrm>
          <a:prstGeom prst="rect">
            <a:avLst/>
          </a:prstGeom>
          <a:ln>
            <a:noFill/>
          </a:ln>
        </p:spPr>
        <p:txBody>
          <a:bodyPr spcFirstLastPara="1" wrap="square" lIns="91425" tIns="91425" rIns="91425" bIns="91425" anchor="t" anchorCtr="0">
            <a:noAutofit/>
          </a:bodyPr>
          <a:lstStyle>
            <a:lvl1pPr marL="457200" lvl="0" indent="-311150" rtl="0">
              <a:lnSpc>
                <a:spcPct val="115000"/>
              </a:lnSpc>
              <a:spcBef>
                <a:spcPts val="0"/>
              </a:spcBef>
              <a:spcAft>
                <a:spcPts val="0"/>
              </a:spcAft>
              <a:buClr>
                <a:schemeClr val="accent4"/>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1pPr>
            <a:lvl2pPr marL="914400" lvl="1"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2pPr>
            <a:lvl3pPr marL="1371600" lvl="2"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3pPr>
            <a:lvl4pPr marL="1828800" lvl="3"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4pPr>
            <a:lvl5pPr marL="2286000" lvl="4"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5pPr>
            <a:lvl6pPr marL="2743200" lvl="5"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6pPr>
            <a:lvl7pPr marL="3200400" lvl="6" indent="-311150" rtl="0">
              <a:lnSpc>
                <a:spcPct val="115000"/>
              </a:lnSpc>
              <a:spcBef>
                <a:spcPts val="0"/>
              </a:spcBef>
              <a:spcAft>
                <a:spcPts val="0"/>
              </a:spcAft>
              <a:buClr>
                <a:schemeClr val="dk1"/>
              </a:buClr>
              <a:buSzPts val="1300"/>
              <a:buFont typeface="Poppins" panose="00000500000000000000"/>
              <a:buAutoNum type="arabicPeriod"/>
              <a:defRPr sz="1300">
                <a:solidFill>
                  <a:schemeClr val="dk1"/>
                </a:solidFill>
                <a:latin typeface="Poppins" panose="00000500000000000000"/>
                <a:ea typeface="Poppins" panose="00000500000000000000"/>
                <a:cs typeface="Poppins" panose="00000500000000000000"/>
                <a:sym typeface="Poppins" panose="00000500000000000000"/>
              </a:defRPr>
            </a:lvl7pPr>
            <a:lvl8pPr marL="3657600" lvl="7" indent="-311150" rtl="0">
              <a:lnSpc>
                <a:spcPct val="115000"/>
              </a:lnSpc>
              <a:spcBef>
                <a:spcPts val="0"/>
              </a:spcBef>
              <a:spcAft>
                <a:spcPts val="0"/>
              </a:spcAft>
              <a:buClr>
                <a:schemeClr val="dk1"/>
              </a:buClr>
              <a:buSzPts val="1300"/>
              <a:buFont typeface="Poppins" panose="00000500000000000000"/>
              <a:buAutoNum type="alphaLcPeriod"/>
              <a:defRPr sz="1300">
                <a:solidFill>
                  <a:schemeClr val="dk1"/>
                </a:solidFill>
                <a:latin typeface="Poppins" panose="00000500000000000000"/>
                <a:ea typeface="Poppins" panose="00000500000000000000"/>
                <a:cs typeface="Poppins" panose="00000500000000000000"/>
                <a:sym typeface="Poppins" panose="00000500000000000000"/>
              </a:defRPr>
            </a:lvl8pPr>
            <a:lvl9pPr marL="4114800" lvl="8" indent="-311150" rtl="0">
              <a:lnSpc>
                <a:spcPct val="115000"/>
              </a:lnSpc>
              <a:spcBef>
                <a:spcPts val="0"/>
              </a:spcBef>
              <a:spcAft>
                <a:spcPts val="0"/>
              </a:spcAft>
              <a:buClr>
                <a:schemeClr val="dk1"/>
              </a:buClr>
              <a:buSzPts val="1300"/>
              <a:buFont typeface="Poppins" panose="00000500000000000000"/>
              <a:buAutoNum type="romanLcPeriod"/>
              <a:defRPr sz="1300">
                <a:solidFill>
                  <a:schemeClr val="dk1"/>
                </a:solidFill>
                <a:latin typeface="Poppins" panose="00000500000000000000"/>
                <a:ea typeface="Poppins" panose="00000500000000000000"/>
                <a:cs typeface="Poppins" panose="00000500000000000000"/>
                <a:sym typeface="Poppins" panose="00000500000000000000"/>
              </a:defRPr>
            </a:lvl9pPr>
          </a:lstStyle>
          <a:p>
            <a:endParaRPr/>
          </a:p>
        </p:txBody>
      </p:sp>
      <p:sp>
        <p:nvSpPr>
          <p:cNvPr id="151" name="Google Shape;151;p17"/>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1">
  <p:cSld name="CUSTOM_3">
    <p:spTree>
      <p:nvGrpSpPr>
        <p:cNvPr id="1" name="Shape 161"/>
        <p:cNvGrpSpPr/>
        <p:nvPr/>
      </p:nvGrpSpPr>
      <p:grpSpPr>
        <a:xfrm>
          <a:off x="0" y="0"/>
          <a:ext cx="0" cy="0"/>
          <a:chOff x="0" y="0"/>
          <a:chExt cx="0" cy="0"/>
        </a:xfrm>
      </p:grpSpPr>
      <p:grpSp>
        <p:nvGrpSpPr>
          <p:cNvPr id="162" name="Google Shape;162;p19"/>
          <p:cNvGrpSpPr/>
          <p:nvPr/>
        </p:nvGrpSpPr>
        <p:grpSpPr>
          <a:xfrm flipH="1">
            <a:off x="-22" y="0"/>
            <a:ext cx="9144044" cy="5143500"/>
            <a:chOff x="0" y="0"/>
            <a:chExt cx="9144044" cy="5143500"/>
          </a:xfrm>
        </p:grpSpPr>
        <p:sp>
          <p:nvSpPr>
            <p:cNvPr id="163" name="Google Shape;163;p19"/>
            <p:cNvSpPr/>
            <p:nvPr/>
          </p:nvSpPr>
          <p:spPr>
            <a:xfrm>
              <a:off x="46" y="0"/>
              <a:ext cx="1083176" cy="1580697"/>
            </a:xfrm>
            <a:custGeom>
              <a:avLst/>
              <a:gdLst/>
              <a:ahLst/>
              <a:cxnLst/>
              <a:rect l="l" t="t" r="r" b="b"/>
              <a:pathLst>
                <a:path w="8898" h="12985" extrusionOk="0">
                  <a:moveTo>
                    <a:pt x="8682" y="0"/>
                  </a:moveTo>
                  <a:cubicBezTo>
                    <a:pt x="8665" y="2715"/>
                    <a:pt x="7730" y="5446"/>
                    <a:pt x="6129" y="7648"/>
                  </a:cubicBezTo>
                  <a:cubicBezTo>
                    <a:pt x="4534" y="9841"/>
                    <a:pt x="2395" y="11524"/>
                    <a:pt x="0" y="12735"/>
                  </a:cubicBezTo>
                  <a:lnTo>
                    <a:pt x="0" y="12984"/>
                  </a:lnTo>
                  <a:cubicBezTo>
                    <a:pt x="267" y="12851"/>
                    <a:pt x="529" y="12712"/>
                    <a:pt x="790" y="12566"/>
                  </a:cubicBezTo>
                  <a:cubicBezTo>
                    <a:pt x="2751" y="11468"/>
                    <a:pt x="4539" y="10023"/>
                    <a:pt x="5937" y="8256"/>
                  </a:cubicBezTo>
                  <a:cubicBezTo>
                    <a:pt x="7367" y="6447"/>
                    <a:pt x="8353" y="4317"/>
                    <a:pt x="8727" y="2035"/>
                  </a:cubicBezTo>
                  <a:cubicBezTo>
                    <a:pt x="8837" y="1363"/>
                    <a:pt x="8895" y="681"/>
                    <a:pt x="889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19"/>
            <p:cNvSpPr/>
            <p:nvPr/>
          </p:nvSpPr>
          <p:spPr>
            <a:xfrm rot="10800000">
              <a:off x="5864993" y="50"/>
              <a:ext cx="3279051" cy="2399849"/>
            </a:xfrm>
            <a:custGeom>
              <a:avLst/>
              <a:gdLst/>
              <a:ahLst/>
              <a:cxnLst/>
              <a:rect l="l" t="t" r="r" b="b"/>
              <a:pathLst>
                <a:path w="62292" h="45592" extrusionOk="0">
                  <a:moveTo>
                    <a:pt x="7788" y="0"/>
                  </a:moveTo>
                  <a:cubicBezTo>
                    <a:pt x="3764" y="0"/>
                    <a:pt x="0" y="1997"/>
                    <a:pt x="0" y="1997"/>
                  </a:cubicBezTo>
                  <a:lnTo>
                    <a:pt x="0" y="45592"/>
                  </a:lnTo>
                  <a:lnTo>
                    <a:pt x="62292" y="45592"/>
                  </a:lnTo>
                  <a:cubicBezTo>
                    <a:pt x="54378" y="29842"/>
                    <a:pt x="29644" y="32862"/>
                    <a:pt x="19418" y="29757"/>
                  </a:cubicBezTo>
                  <a:cubicBezTo>
                    <a:pt x="9192" y="26649"/>
                    <a:pt x="20513" y="11568"/>
                    <a:pt x="14930" y="3520"/>
                  </a:cubicBezTo>
                  <a:cubicBezTo>
                    <a:pt x="13058" y="822"/>
                    <a:pt x="10370" y="0"/>
                    <a:pt x="778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19"/>
            <p:cNvSpPr/>
            <p:nvPr/>
          </p:nvSpPr>
          <p:spPr>
            <a:xfrm rot="10800000">
              <a:off x="0" y="2910480"/>
              <a:ext cx="4080917" cy="2233020"/>
            </a:xfrm>
            <a:custGeom>
              <a:avLst/>
              <a:gdLst/>
              <a:ahLst/>
              <a:cxnLst/>
              <a:rect l="l" t="t" r="r" b="b"/>
              <a:pathLst>
                <a:path w="78085" h="42727" extrusionOk="0">
                  <a:moveTo>
                    <a:pt x="0" y="0"/>
                  </a:moveTo>
                  <a:cubicBezTo>
                    <a:pt x="2914" y="4598"/>
                    <a:pt x="12288" y="7650"/>
                    <a:pt x="27630" y="7650"/>
                  </a:cubicBezTo>
                  <a:cubicBezTo>
                    <a:pt x="28201" y="7650"/>
                    <a:pt x="28780" y="7646"/>
                    <a:pt x="29367" y="7637"/>
                  </a:cubicBezTo>
                  <a:cubicBezTo>
                    <a:pt x="29565" y="7635"/>
                    <a:pt x="29760" y="7633"/>
                    <a:pt x="29954" y="7633"/>
                  </a:cubicBezTo>
                  <a:cubicBezTo>
                    <a:pt x="53022" y="7633"/>
                    <a:pt x="43343" y="27895"/>
                    <a:pt x="60435" y="38577"/>
                  </a:cubicBezTo>
                  <a:cubicBezTo>
                    <a:pt x="65012" y="41437"/>
                    <a:pt x="71009" y="42727"/>
                    <a:pt x="75508" y="42727"/>
                  </a:cubicBezTo>
                  <a:cubicBezTo>
                    <a:pt x="76440" y="42727"/>
                    <a:pt x="77307" y="42672"/>
                    <a:pt x="78084" y="42564"/>
                  </a:cubicBezTo>
                  <a:lnTo>
                    <a:pt x="78084" y="0"/>
                  </a:ln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19"/>
            <p:cNvSpPr/>
            <p:nvPr/>
          </p:nvSpPr>
          <p:spPr>
            <a:xfrm rot="10800000">
              <a:off x="8341755" y="3972706"/>
              <a:ext cx="802288" cy="1170793"/>
            </a:xfrm>
            <a:custGeom>
              <a:avLst/>
              <a:gdLst/>
              <a:ahLst/>
              <a:cxnLst/>
              <a:rect l="l" t="t" r="r" b="b"/>
              <a:pathLst>
                <a:path w="8898" h="12985" extrusionOk="0">
                  <a:moveTo>
                    <a:pt x="8682" y="0"/>
                  </a:moveTo>
                  <a:cubicBezTo>
                    <a:pt x="8665" y="2715"/>
                    <a:pt x="7730" y="5446"/>
                    <a:pt x="6129" y="7648"/>
                  </a:cubicBezTo>
                  <a:cubicBezTo>
                    <a:pt x="4534" y="9841"/>
                    <a:pt x="2395" y="11524"/>
                    <a:pt x="0" y="12735"/>
                  </a:cubicBezTo>
                  <a:lnTo>
                    <a:pt x="0" y="12984"/>
                  </a:lnTo>
                  <a:cubicBezTo>
                    <a:pt x="267" y="12851"/>
                    <a:pt x="529" y="12712"/>
                    <a:pt x="790" y="12566"/>
                  </a:cubicBezTo>
                  <a:cubicBezTo>
                    <a:pt x="2751" y="11468"/>
                    <a:pt x="4539" y="10023"/>
                    <a:pt x="5937" y="8256"/>
                  </a:cubicBezTo>
                  <a:cubicBezTo>
                    <a:pt x="7367" y="6447"/>
                    <a:pt x="8353" y="4317"/>
                    <a:pt x="8727" y="2035"/>
                  </a:cubicBezTo>
                  <a:cubicBezTo>
                    <a:pt x="8837" y="1363"/>
                    <a:pt x="8895" y="681"/>
                    <a:pt x="8898" y="0"/>
                  </a:cubicBezTo>
                  <a:close/>
                </a:path>
              </a:pathLst>
            </a:custGeom>
            <a:solidFill>
              <a:srgbClr val="A0BFDB">
                <a:alpha val="483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7" name="Google Shape;167;p19"/>
          <p:cNvSpPr/>
          <p:nvPr/>
        </p:nvSpPr>
        <p:spPr>
          <a:xfrm>
            <a:off x="356250" y="339000"/>
            <a:ext cx="8431500" cy="4465500"/>
          </a:xfrm>
          <a:prstGeom prst="roundRect">
            <a:avLst>
              <a:gd name="adj" fmla="val 2595"/>
            </a:avLst>
          </a:prstGeom>
          <a:solidFill>
            <a:schemeClr val="accent6"/>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19"/>
          <p:cNvSpPr txBox="1">
            <a:spLocks noGrp="1"/>
          </p:cNvSpPr>
          <p:nvPr>
            <p:ph type="title"/>
          </p:nvPr>
        </p:nvSpPr>
        <p:spPr>
          <a:xfrm>
            <a:off x="715100" y="535000"/>
            <a:ext cx="7713900" cy="710700"/>
          </a:xfrm>
          <a:prstGeom prst="rect">
            <a:avLst/>
          </a:prstGeom>
          <a:ln>
            <a:noFill/>
          </a:ln>
        </p:spPr>
        <p:txBody>
          <a:bodyPr spcFirstLastPara="1" wrap="square" lIns="91425" tIns="91425" rIns="91425" bIns="91425" anchor="t" anchorCtr="0">
            <a:noAutofit/>
          </a:bodyPr>
          <a:lstStyle>
            <a:lvl1pPr lvl="0" algn="ctr" rtl="0">
              <a:lnSpc>
                <a:spcPct val="115000"/>
              </a:lnSpc>
              <a:spcBef>
                <a:spcPts val="0"/>
              </a:spcBef>
              <a:spcAft>
                <a:spcPts val="0"/>
              </a:spcAft>
              <a:buClr>
                <a:schemeClr val="dk1"/>
              </a:buClr>
              <a:buSzPts val="3500"/>
              <a:buFont typeface="Poppins Black" panose="00000800000000000000"/>
              <a:buNone/>
              <a:defRPr>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lvl="2"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lvl="3"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lvl="4"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lvl="5"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lvl="6"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lvl="7"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lvl="8" algn="ctr" rtl="0">
              <a:lnSpc>
                <a:spcPct val="115000"/>
              </a:lnSpc>
              <a:spcBef>
                <a:spcPts val="0"/>
              </a:spcBef>
              <a:spcAft>
                <a:spcPts val="0"/>
              </a:spcAft>
              <a:buClr>
                <a:schemeClr val="dk1"/>
              </a:buClr>
              <a:buSzPts val="3500"/>
              <a:buFont typeface="Poppins Black" panose="00000800000000000000"/>
              <a:buNone/>
              <a:defRPr sz="3500">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179"/>
        <p:cNvGrpSpPr/>
        <p:nvPr/>
      </p:nvGrpSpPr>
      <p:grpSpPr>
        <a:xfrm>
          <a:off x="0" y="0"/>
          <a:ext cx="0" cy="0"/>
          <a:chOff x="0" y="0"/>
          <a:chExt cx="0" cy="0"/>
        </a:xfrm>
      </p:grpSpPr>
      <p:sp>
        <p:nvSpPr>
          <p:cNvPr id="180" name="Google Shape;180;p21"/>
          <p:cNvSpPr/>
          <p:nvPr/>
        </p:nvSpPr>
        <p:spPr>
          <a:xfrm>
            <a:off x="0" y="2656374"/>
            <a:ext cx="3929963" cy="2487152"/>
          </a:xfrm>
          <a:custGeom>
            <a:avLst/>
            <a:gdLst/>
            <a:ahLst/>
            <a:cxnLst/>
            <a:rect l="l" t="t" r="r" b="b"/>
            <a:pathLst>
              <a:path w="65606" h="41520" extrusionOk="0">
                <a:moveTo>
                  <a:pt x="3403" y="1"/>
                </a:moveTo>
                <a:cubicBezTo>
                  <a:pt x="1302" y="1"/>
                  <a:pt x="0" y="501"/>
                  <a:pt x="0" y="501"/>
                </a:cubicBezTo>
                <a:lnTo>
                  <a:pt x="0" y="41519"/>
                </a:lnTo>
                <a:lnTo>
                  <a:pt x="65606" y="41519"/>
                </a:lnTo>
                <a:cubicBezTo>
                  <a:pt x="65606" y="41519"/>
                  <a:pt x="61764" y="36094"/>
                  <a:pt x="53544" y="36094"/>
                </a:cubicBezTo>
                <a:cubicBezTo>
                  <a:pt x="52716" y="36094"/>
                  <a:pt x="51844" y="36149"/>
                  <a:pt x="50928" y="36270"/>
                </a:cubicBezTo>
                <a:cubicBezTo>
                  <a:pt x="49598" y="36445"/>
                  <a:pt x="48291" y="36548"/>
                  <a:pt x="47001" y="36548"/>
                </a:cubicBezTo>
                <a:cubicBezTo>
                  <a:pt x="38572" y="36548"/>
                  <a:pt x="30879" y="32171"/>
                  <a:pt x="22233" y="15274"/>
                </a:cubicBezTo>
                <a:cubicBezTo>
                  <a:pt x="15513" y="2141"/>
                  <a:pt x="7749" y="1"/>
                  <a:pt x="34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21"/>
          <p:cNvSpPr/>
          <p:nvPr/>
        </p:nvSpPr>
        <p:spPr>
          <a:xfrm>
            <a:off x="6184635" y="0"/>
            <a:ext cx="2959360" cy="1238782"/>
          </a:xfrm>
          <a:custGeom>
            <a:avLst/>
            <a:gdLst/>
            <a:ahLst/>
            <a:cxnLst/>
            <a:rect l="l" t="t" r="r" b="b"/>
            <a:pathLst>
              <a:path w="54415" h="22778" extrusionOk="0">
                <a:moveTo>
                  <a:pt x="1" y="1"/>
                </a:moveTo>
                <a:cubicBezTo>
                  <a:pt x="8129" y="521"/>
                  <a:pt x="14031" y="3075"/>
                  <a:pt x="17554" y="8487"/>
                </a:cubicBezTo>
                <a:cubicBezTo>
                  <a:pt x="24665" y="19420"/>
                  <a:pt x="34653" y="22777"/>
                  <a:pt x="42844" y="22777"/>
                </a:cubicBezTo>
                <a:cubicBezTo>
                  <a:pt x="47620" y="22777"/>
                  <a:pt x="51785" y="21636"/>
                  <a:pt x="54415" y="20190"/>
                </a:cubicBezTo>
                <a:lnTo>
                  <a:pt x="5441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21"/>
          <p:cNvSpPr/>
          <p:nvPr/>
        </p:nvSpPr>
        <p:spPr>
          <a:xfrm>
            <a:off x="0" y="0"/>
            <a:ext cx="715089" cy="1043699"/>
          </a:xfrm>
          <a:custGeom>
            <a:avLst/>
            <a:gdLst/>
            <a:ahLst/>
            <a:cxnLst/>
            <a:rect l="l" t="t" r="r" b="b"/>
            <a:pathLst>
              <a:path w="9750" h="14230" extrusionOk="0">
                <a:moveTo>
                  <a:pt x="9514" y="1"/>
                </a:moveTo>
                <a:cubicBezTo>
                  <a:pt x="9495" y="2976"/>
                  <a:pt x="8470" y="5968"/>
                  <a:pt x="6716" y="8381"/>
                </a:cubicBezTo>
                <a:cubicBezTo>
                  <a:pt x="4969" y="10784"/>
                  <a:pt x="2623" y="12629"/>
                  <a:pt x="0" y="13955"/>
                </a:cubicBezTo>
                <a:lnTo>
                  <a:pt x="0" y="14230"/>
                </a:lnTo>
                <a:cubicBezTo>
                  <a:pt x="291" y="14084"/>
                  <a:pt x="580" y="13931"/>
                  <a:pt x="864" y="13771"/>
                </a:cubicBezTo>
                <a:cubicBezTo>
                  <a:pt x="3014" y="12568"/>
                  <a:pt x="4972" y="10986"/>
                  <a:pt x="6505" y="9048"/>
                </a:cubicBezTo>
                <a:cubicBezTo>
                  <a:pt x="8073" y="7064"/>
                  <a:pt x="9154" y="4732"/>
                  <a:pt x="9564" y="2231"/>
                </a:cubicBezTo>
                <a:cubicBezTo>
                  <a:pt x="9684" y="1495"/>
                  <a:pt x="9748" y="749"/>
                  <a:pt x="97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21"/>
          <p:cNvSpPr/>
          <p:nvPr/>
        </p:nvSpPr>
        <p:spPr>
          <a:xfrm>
            <a:off x="8131929" y="4452349"/>
            <a:ext cx="1008658" cy="691151"/>
          </a:xfrm>
          <a:custGeom>
            <a:avLst/>
            <a:gdLst/>
            <a:ahLst/>
            <a:cxnLst/>
            <a:rect l="l" t="t" r="r" b="b"/>
            <a:pathLst>
              <a:path w="14230" h="9751" extrusionOk="0">
                <a:moveTo>
                  <a:pt x="14230" y="0"/>
                </a:moveTo>
                <a:cubicBezTo>
                  <a:pt x="13482" y="2"/>
                  <a:pt x="12735" y="67"/>
                  <a:pt x="11999" y="186"/>
                </a:cubicBezTo>
                <a:cubicBezTo>
                  <a:pt x="9498" y="596"/>
                  <a:pt x="7166" y="1677"/>
                  <a:pt x="5182" y="3246"/>
                </a:cubicBezTo>
                <a:cubicBezTo>
                  <a:pt x="3244" y="4777"/>
                  <a:pt x="1663" y="6735"/>
                  <a:pt x="458" y="8884"/>
                </a:cubicBezTo>
                <a:cubicBezTo>
                  <a:pt x="299" y="9170"/>
                  <a:pt x="146" y="9458"/>
                  <a:pt x="1" y="9750"/>
                </a:cubicBezTo>
                <a:lnTo>
                  <a:pt x="274" y="9750"/>
                </a:lnTo>
                <a:cubicBezTo>
                  <a:pt x="1601" y="7125"/>
                  <a:pt x="3446" y="4780"/>
                  <a:pt x="5850" y="3034"/>
                </a:cubicBezTo>
                <a:cubicBezTo>
                  <a:pt x="8263" y="1280"/>
                  <a:pt x="11254" y="256"/>
                  <a:pt x="14230" y="236"/>
                </a:cubicBezTo>
                <a:lnTo>
                  <a:pt x="1423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21"/>
          <p:cNvSpPr/>
          <p:nvPr/>
        </p:nvSpPr>
        <p:spPr>
          <a:xfrm>
            <a:off x="356250" y="339000"/>
            <a:ext cx="8431500" cy="4465500"/>
          </a:xfrm>
          <a:prstGeom prst="roundRect">
            <a:avLst>
              <a:gd name="adj" fmla="val 2595"/>
            </a:avLst>
          </a:prstGeom>
          <a:solidFill>
            <a:schemeClr val="accent6"/>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185"/>
        <p:cNvGrpSpPr/>
        <p:nvPr/>
      </p:nvGrpSpPr>
      <p:grpSpPr>
        <a:xfrm>
          <a:off x="0" y="0"/>
          <a:ext cx="0" cy="0"/>
          <a:chOff x="0" y="0"/>
          <a:chExt cx="0" cy="0"/>
        </a:xfrm>
      </p:grpSpPr>
      <p:grpSp>
        <p:nvGrpSpPr>
          <p:cNvPr id="186" name="Google Shape;186;p22"/>
          <p:cNvGrpSpPr/>
          <p:nvPr/>
        </p:nvGrpSpPr>
        <p:grpSpPr>
          <a:xfrm flipH="1">
            <a:off x="-2" y="-25"/>
            <a:ext cx="9144005" cy="5143549"/>
            <a:chOff x="0" y="25"/>
            <a:chExt cx="9144005" cy="5143549"/>
          </a:xfrm>
        </p:grpSpPr>
        <p:sp>
          <p:nvSpPr>
            <p:cNvPr id="187" name="Google Shape;187;p22"/>
            <p:cNvSpPr/>
            <p:nvPr/>
          </p:nvSpPr>
          <p:spPr>
            <a:xfrm>
              <a:off x="0" y="2426243"/>
              <a:ext cx="3712582" cy="2717331"/>
            </a:xfrm>
            <a:custGeom>
              <a:avLst/>
              <a:gdLst/>
              <a:ahLst/>
              <a:cxnLst/>
              <a:rect l="l" t="t" r="r" b="b"/>
              <a:pathLst>
                <a:path w="67108" h="49118" extrusionOk="0">
                  <a:moveTo>
                    <a:pt x="8389" y="1"/>
                  </a:moveTo>
                  <a:cubicBezTo>
                    <a:pt x="4054" y="1"/>
                    <a:pt x="0" y="2152"/>
                    <a:pt x="0" y="2152"/>
                  </a:cubicBezTo>
                  <a:lnTo>
                    <a:pt x="0" y="49117"/>
                  </a:lnTo>
                  <a:lnTo>
                    <a:pt x="67108" y="49117"/>
                  </a:lnTo>
                  <a:cubicBezTo>
                    <a:pt x="58580" y="32150"/>
                    <a:pt x="31936" y="35403"/>
                    <a:pt x="20920" y="32057"/>
                  </a:cubicBezTo>
                  <a:cubicBezTo>
                    <a:pt x="9902" y="28710"/>
                    <a:pt x="22099" y="12463"/>
                    <a:pt x="16084" y="3793"/>
                  </a:cubicBezTo>
                  <a:cubicBezTo>
                    <a:pt x="14068" y="886"/>
                    <a:pt x="11170" y="1"/>
                    <a:pt x="838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22"/>
            <p:cNvSpPr/>
            <p:nvPr/>
          </p:nvSpPr>
          <p:spPr>
            <a:xfrm>
              <a:off x="4490166" y="25"/>
              <a:ext cx="4653839" cy="2546605"/>
            </a:xfrm>
            <a:custGeom>
              <a:avLst/>
              <a:gdLst/>
              <a:ahLst/>
              <a:cxnLst/>
              <a:rect l="l" t="t" r="r" b="b"/>
              <a:pathLst>
                <a:path w="84122" h="46032" extrusionOk="0">
                  <a:moveTo>
                    <a:pt x="0" y="0"/>
                  </a:moveTo>
                  <a:cubicBezTo>
                    <a:pt x="3140" y="4954"/>
                    <a:pt x="13237" y="8242"/>
                    <a:pt x="29765" y="8242"/>
                  </a:cubicBezTo>
                  <a:cubicBezTo>
                    <a:pt x="30380" y="8242"/>
                    <a:pt x="31004" y="8237"/>
                    <a:pt x="31637" y="8228"/>
                  </a:cubicBezTo>
                  <a:cubicBezTo>
                    <a:pt x="31851" y="8225"/>
                    <a:pt x="32062" y="8224"/>
                    <a:pt x="32270" y="8224"/>
                  </a:cubicBezTo>
                  <a:cubicBezTo>
                    <a:pt x="57121" y="8224"/>
                    <a:pt x="46695" y="30052"/>
                    <a:pt x="65108" y="41560"/>
                  </a:cubicBezTo>
                  <a:cubicBezTo>
                    <a:pt x="70037" y="44641"/>
                    <a:pt x="76496" y="46031"/>
                    <a:pt x="81343" y="46031"/>
                  </a:cubicBezTo>
                  <a:cubicBezTo>
                    <a:pt x="82348" y="46031"/>
                    <a:pt x="83283" y="45971"/>
                    <a:pt x="84121" y="45855"/>
                  </a:cubicBezTo>
                  <a:lnTo>
                    <a:pt x="841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9" name="Google Shape;189;p22"/>
          <p:cNvSpPr/>
          <p:nvPr/>
        </p:nvSpPr>
        <p:spPr>
          <a:xfrm>
            <a:off x="356250" y="339000"/>
            <a:ext cx="8431500" cy="4465500"/>
          </a:xfrm>
          <a:prstGeom prst="roundRect">
            <a:avLst>
              <a:gd name="adj" fmla="val 2595"/>
            </a:avLst>
          </a:prstGeom>
          <a:solidFill>
            <a:schemeClr val="accent6"/>
          </a:solidFill>
          <a:ln>
            <a:noFill/>
          </a:ln>
          <a:effectLst>
            <a:outerShdw blurRad="57150" dist="19050" dir="5400000" algn="bl" rotWithShape="0">
              <a:schemeClr val="dk1">
                <a:alpha val="5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B61BEF0D-F0BB-DE4B-95CE-6DB70DBA9567}" type="datetimeFigureOut">
              <a:rPr lang="en-US" smtClean="0"/>
              <a:pPr/>
              <a:t>6/9/2025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950022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5100" y="535000"/>
            <a:ext cx="7713900" cy="710700"/>
          </a:xfrm>
          <a:prstGeom prst="rect">
            <a:avLst/>
          </a:prstGeom>
          <a:noFill/>
          <a:ln>
            <a:noFill/>
          </a:ln>
        </p:spPr>
        <p:txBody>
          <a:bodyPr spcFirstLastPara="1" wrap="square" lIns="91425" tIns="91425" rIns="91425" bIns="91425" anchor="t" anchorCtr="0">
            <a:noAutofit/>
          </a:bodyPr>
          <a:lstStyle>
            <a:lvl1pPr lvl="0"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lvl="1"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lvl="2"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lvl="3"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lvl="4"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lvl="5"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lvl="6"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lvl="7"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lvl="8" algn="ctr" rtl="0">
              <a:lnSpc>
                <a:spcPct val="115000"/>
              </a:lnSpc>
              <a:spcBef>
                <a:spcPts val="0"/>
              </a:spcBef>
              <a:spcAft>
                <a:spcPts val="0"/>
              </a:spcAft>
              <a:buClr>
                <a:schemeClr val="dk1"/>
              </a:buClr>
              <a:buSzPts val="3300"/>
              <a:buFont typeface="Poppins Black" panose="00000800000000000000"/>
              <a:buNone/>
              <a:defRPr sz="3300">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endParaRPr/>
          </a:p>
        </p:txBody>
      </p:sp>
      <p:sp>
        <p:nvSpPr>
          <p:cNvPr id="7" name="Google Shape;7;p1"/>
          <p:cNvSpPr txBox="1">
            <a:spLocks noGrp="1"/>
          </p:cNvSpPr>
          <p:nvPr>
            <p:ph type="body" idx="1"/>
          </p:nvPr>
        </p:nvSpPr>
        <p:spPr>
          <a:xfrm>
            <a:off x="715050" y="1245700"/>
            <a:ext cx="7713900" cy="3362700"/>
          </a:xfrm>
          <a:prstGeom prst="rect">
            <a:avLst/>
          </a:prstGeom>
          <a:noFill/>
          <a:ln>
            <a:noFill/>
          </a:ln>
        </p:spPr>
        <p:txBody>
          <a:bodyPr spcFirstLastPara="1" wrap="square" lIns="91425" tIns="91425" rIns="91425" bIns="91425" anchor="t" anchorCtr="0">
            <a:noAutofit/>
          </a:bodyPr>
          <a:lstStyle>
            <a:lvl1pPr marL="457200" lvl="0" indent="-311150">
              <a:lnSpc>
                <a:spcPct val="115000"/>
              </a:lnSpc>
              <a:spcBef>
                <a:spcPts val="0"/>
              </a:spcBef>
              <a:spcAft>
                <a:spcPts val="0"/>
              </a:spcAft>
              <a:buClr>
                <a:schemeClr val="dk1"/>
              </a:buClr>
              <a:buSzPts val="1300"/>
              <a:buFont typeface="Poppins" panose="00000500000000000000"/>
              <a:buChar char="●"/>
              <a:defRPr sz="1300">
                <a:solidFill>
                  <a:schemeClr val="dk1"/>
                </a:solidFill>
                <a:latin typeface="Poppins" panose="00000500000000000000"/>
                <a:ea typeface="Poppins" panose="00000500000000000000"/>
                <a:cs typeface="Poppins" panose="00000500000000000000"/>
                <a:sym typeface="Poppins" panose="00000500000000000000"/>
              </a:defRPr>
            </a:lvl1pPr>
            <a:lvl2pPr marL="914400" lvl="1" indent="-311150">
              <a:lnSpc>
                <a:spcPct val="115000"/>
              </a:lnSpc>
              <a:spcBef>
                <a:spcPts val="0"/>
              </a:spcBef>
              <a:spcAft>
                <a:spcPts val="0"/>
              </a:spcAft>
              <a:buClr>
                <a:schemeClr val="dk1"/>
              </a:buClr>
              <a:buSzPts val="1300"/>
              <a:buFont typeface="Poppins" panose="00000500000000000000"/>
              <a:buChar char="○"/>
              <a:defRPr sz="1300">
                <a:solidFill>
                  <a:schemeClr val="dk1"/>
                </a:solidFill>
                <a:latin typeface="Poppins" panose="00000500000000000000"/>
                <a:ea typeface="Poppins" panose="00000500000000000000"/>
                <a:cs typeface="Poppins" panose="00000500000000000000"/>
                <a:sym typeface="Poppins" panose="00000500000000000000"/>
              </a:defRPr>
            </a:lvl2pPr>
            <a:lvl3pPr marL="1371600" lvl="2" indent="-311150">
              <a:lnSpc>
                <a:spcPct val="115000"/>
              </a:lnSpc>
              <a:spcBef>
                <a:spcPts val="0"/>
              </a:spcBef>
              <a:spcAft>
                <a:spcPts val="0"/>
              </a:spcAft>
              <a:buClr>
                <a:schemeClr val="dk1"/>
              </a:buClr>
              <a:buSzPts val="1300"/>
              <a:buFont typeface="Poppins" panose="00000500000000000000"/>
              <a:buChar char="■"/>
              <a:defRPr sz="1300">
                <a:solidFill>
                  <a:schemeClr val="dk1"/>
                </a:solidFill>
                <a:latin typeface="Poppins" panose="00000500000000000000"/>
                <a:ea typeface="Poppins" panose="00000500000000000000"/>
                <a:cs typeface="Poppins" panose="00000500000000000000"/>
                <a:sym typeface="Poppins" panose="00000500000000000000"/>
              </a:defRPr>
            </a:lvl3pPr>
            <a:lvl4pPr marL="1828800" lvl="3" indent="-311150">
              <a:lnSpc>
                <a:spcPct val="115000"/>
              </a:lnSpc>
              <a:spcBef>
                <a:spcPts val="0"/>
              </a:spcBef>
              <a:spcAft>
                <a:spcPts val="0"/>
              </a:spcAft>
              <a:buClr>
                <a:schemeClr val="dk1"/>
              </a:buClr>
              <a:buSzPts val="1300"/>
              <a:buFont typeface="Poppins" panose="00000500000000000000"/>
              <a:buChar char="●"/>
              <a:defRPr sz="1300">
                <a:solidFill>
                  <a:schemeClr val="dk1"/>
                </a:solidFill>
                <a:latin typeface="Poppins" panose="00000500000000000000"/>
                <a:ea typeface="Poppins" panose="00000500000000000000"/>
                <a:cs typeface="Poppins" panose="00000500000000000000"/>
                <a:sym typeface="Poppins" panose="00000500000000000000"/>
              </a:defRPr>
            </a:lvl4pPr>
            <a:lvl5pPr marL="2286000" lvl="4" indent="-311150">
              <a:lnSpc>
                <a:spcPct val="115000"/>
              </a:lnSpc>
              <a:spcBef>
                <a:spcPts val="0"/>
              </a:spcBef>
              <a:spcAft>
                <a:spcPts val="0"/>
              </a:spcAft>
              <a:buClr>
                <a:schemeClr val="dk1"/>
              </a:buClr>
              <a:buSzPts val="1300"/>
              <a:buFont typeface="Poppins" panose="00000500000000000000"/>
              <a:buChar char="○"/>
              <a:defRPr sz="1300">
                <a:solidFill>
                  <a:schemeClr val="dk1"/>
                </a:solidFill>
                <a:latin typeface="Poppins" panose="00000500000000000000"/>
                <a:ea typeface="Poppins" panose="00000500000000000000"/>
                <a:cs typeface="Poppins" panose="00000500000000000000"/>
                <a:sym typeface="Poppins" panose="00000500000000000000"/>
              </a:defRPr>
            </a:lvl5pPr>
            <a:lvl6pPr marL="2743200" lvl="5" indent="-311150">
              <a:lnSpc>
                <a:spcPct val="115000"/>
              </a:lnSpc>
              <a:spcBef>
                <a:spcPts val="0"/>
              </a:spcBef>
              <a:spcAft>
                <a:spcPts val="0"/>
              </a:spcAft>
              <a:buClr>
                <a:schemeClr val="dk1"/>
              </a:buClr>
              <a:buSzPts val="1300"/>
              <a:buFont typeface="Poppins" panose="00000500000000000000"/>
              <a:buChar char="■"/>
              <a:defRPr sz="1300">
                <a:solidFill>
                  <a:schemeClr val="dk1"/>
                </a:solidFill>
                <a:latin typeface="Poppins" panose="00000500000000000000"/>
                <a:ea typeface="Poppins" panose="00000500000000000000"/>
                <a:cs typeface="Poppins" panose="00000500000000000000"/>
                <a:sym typeface="Poppins" panose="00000500000000000000"/>
              </a:defRPr>
            </a:lvl6pPr>
            <a:lvl7pPr marL="3200400" lvl="6" indent="-311150">
              <a:lnSpc>
                <a:spcPct val="115000"/>
              </a:lnSpc>
              <a:spcBef>
                <a:spcPts val="0"/>
              </a:spcBef>
              <a:spcAft>
                <a:spcPts val="0"/>
              </a:spcAft>
              <a:buClr>
                <a:schemeClr val="dk1"/>
              </a:buClr>
              <a:buSzPts val="1300"/>
              <a:buFont typeface="Poppins" panose="00000500000000000000"/>
              <a:buChar char="●"/>
              <a:defRPr sz="1300">
                <a:solidFill>
                  <a:schemeClr val="dk1"/>
                </a:solidFill>
                <a:latin typeface="Poppins" panose="00000500000000000000"/>
                <a:ea typeface="Poppins" panose="00000500000000000000"/>
                <a:cs typeface="Poppins" panose="00000500000000000000"/>
                <a:sym typeface="Poppins" panose="00000500000000000000"/>
              </a:defRPr>
            </a:lvl7pPr>
            <a:lvl8pPr marL="3657600" lvl="7" indent="-311150">
              <a:lnSpc>
                <a:spcPct val="115000"/>
              </a:lnSpc>
              <a:spcBef>
                <a:spcPts val="0"/>
              </a:spcBef>
              <a:spcAft>
                <a:spcPts val="0"/>
              </a:spcAft>
              <a:buClr>
                <a:schemeClr val="dk1"/>
              </a:buClr>
              <a:buSzPts val="1300"/>
              <a:buFont typeface="Poppins" panose="00000500000000000000"/>
              <a:buChar char="○"/>
              <a:defRPr sz="1300">
                <a:solidFill>
                  <a:schemeClr val="dk1"/>
                </a:solidFill>
                <a:latin typeface="Poppins" panose="00000500000000000000"/>
                <a:ea typeface="Poppins" panose="00000500000000000000"/>
                <a:cs typeface="Poppins" panose="00000500000000000000"/>
                <a:sym typeface="Poppins" panose="00000500000000000000"/>
              </a:defRPr>
            </a:lvl8pPr>
            <a:lvl9pPr marL="4114800" lvl="8" indent="-311150">
              <a:lnSpc>
                <a:spcPct val="115000"/>
              </a:lnSpc>
              <a:spcBef>
                <a:spcPts val="0"/>
              </a:spcBef>
              <a:spcAft>
                <a:spcPts val="0"/>
              </a:spcAft>
              <a:buClr>
                <a:schemeClr val="dk1"/>
              </a:buClr>
              <a:buSzPts val="1300"/>
              <a:buFont typeface="Poppins" panose="00000500000000000000"/>
              <a:buChar char="■"/>
              <a:defRPr sz="1300">
                <a:solidFill>
                  <a:schemeClr val="dk1"/>
                </a:solidFill>
                <a:latin typeface="Poppins" panose="00000500000000000000"/>
                <a:ea typeface="Poppins" panose="00000500000000000000"/>
                <a:cs typeface="Poppins" panose="00000500000000000000"/>
                <a:sym typeface="Poppins" panose="00000500000000000000"/>
              </a:defRPr>
            </a:lvl9pPr>
          </a:lstStyle>
          <a:p>
            <a:endParaRPr/>
          </a:p>
        </p:txBody>
      </p:sp>
    </p:spTree>
  </p:cSld>
  <p:clrMap bg1="lt1" tx1="dk1" bg2="lt2" tx2="dk2" accent1="accent1" accent2="accent2" accent3="accent3" accent4="accent4" accent5="accent5" accent6="accent6" hlink="hlink" folHlink="folHlink"/>
  <p:sldLayoutIdLst>
    <p:sldLayoutId id="2147483650"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5" r:id="rId14"/>
    <p:sldLayoutId id="2147483666" r:id="rId15"/>
    <p:sldLayoutId id="2147483667" r:id="rId16"/>
    <p:sldLayoutId id="2147483668" r:id="rId1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hyperlink" Target="https://arxiv.org/abs/2408.05245" TargetMode="External"/><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3" Type="http://schemas.openxmlformats.org/officeDocument/2006/relationships/hyperlink" Target="https://arxiv.org/abs/2408.05245" TargetMode="External"/><Relationship Id="rId2" Type="http://schemas.openxmlformats.org/officeDocument/2006/relationships/notesSlide" Target="../notesSlides/notesSlide47.xml"/><Relationship Id="rId1" Type="http://schemas.openxmlformats.org/officeDocument/2006/relationships/slideLayout" Target="../slideLayouts/slideLayout14.xml"/></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205;p26"/>
          <p:cNvSpPr txBox="1">
            <a:spLocks/>
          </p:cNvSpPr>
          <p:nvPr/>
        </p:nvSpPr>
        <p:spPr>
          <a:xfrm>
            <a:off x="1153391" y="1606234"/>
            <a:ext cx="7314460" cy="137595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15000"/>
              </a:lnSpc>
              <a:spcBef>
                <a:spcPts val="0"/>
              </a:spcBef>
              <a:spcAft>
                <a:spcPts val="0"/>
              </a:spcAft>
              <a:buClr>
                <a:schemeClr val="dk1"/>
              </a:buClr>
              <a:buSzPts val="3600"/>
              <a:buFont typeface="Poppins Black" panose="00000800000000000000"/>
              <a:buNone/>
              <a:defRPr sz="36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marR="0" lvl="1" algn="ctr" rtl="0">
              <a:lnSpc>
                <a:spcPct val="115000"/>
              </a:lnSpc>
              <a:spcBef>
                <a:spcPts val="0"/>
              </a:spcBef>
              <a:spcAft>
                <a:spcPts val="0"/>
              </a:spcAft>
              <a:buClr>
                <a:schemeClr val="dk1"/>
              </a:buClr>
              <a:buSzPts val="3600"/>
              <a:buFont typeface="Poppins Black" panose="00000800000000000000"/>
              <a:buNone/>
              <a:defRPr sz="36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marR="0" lvl="2" algn="ctr" rtl="0">
              <a:lnSpc>
                <a:spcPct val="115000"/>
              </a:lnSpc>
              <a:spcBef>
                <a:spcPts val="0"/>
              </a:spcBef>
              <a:spcAft>
                <a:spcPts val="0"/>
              </a:spcAft>
              <a:buClr>
                <a:schemeClr val="dk1"/>
              </a:buClr>
              <a:buSzPts val="3600"/>
              <a:buFont typeface="Poppins Black" panose="00000800000000000000"/>
              <a:buNone/>
              <a:defRPr sz="36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marR="0" lvl="3" algn="ctr" rtl="0">
              <a:lnSpc>
                <a:spcPct val="115000"/>
              </a:lnSpc>
              <a:spcBef>
                <a:spcPts val="0"/>
              </a:spcBef>
              <a:spcAft>
                <a:spcPts val="0"/>
              </a:spcAft>
              <a:buClr>
                <a:schemeClr val="dk1"/>
              </a:buClr>
              <a:buSzPts val="3600"/>
              <a:buFont typeface="Poppins Black" panose="00000800000000000000"/>
              <a:buNone/>
              <a:defRPr sz="36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marR="0" lvl="4" algn="ctr" rtl="0">
              <a:lnSpc>
                <a:spcPct val="115000"/>
              </a:lnSpc>
              <a:spcBef>
                <a:spcPts val="0"/>
              </a:spcBef>
              <a:spcAft>
                <a:spcPts val="0"/>
              </a:spcAft>
              <a:buClr>
                <a:schemeClr val="dk1"/>
              </a:buClr>
              <a:buSzPts val="3600"/>
              <a:buFont typeface="Poppins Black" panose="00000800000000000000"/>
              <a:buNone/>
              <a:defRPr sz="36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marR="0" lvl="5" algn="ctr" rtl="0">
              <a:lnSpc>
                <a:spcPct val="115000"/>
              </a:lnSpc>
              <a:spcBef>
                <a:spcPts val="0"/>
              </a:spcBef>
              <a:spcAft>
                <a:spcPts val="0"/>
              </a:spcAft>
              <a:buClr>
                <a:schemeClr val="dk1"/>
              </a:buClr>
              <a:buSzPts val="3600"/>
              <a:buFont typeface="Poppins Black" panose="00000800000000000000"/>
              <a:buNone/>
              <a:defRPr sz="36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marR="0" lvl="6" algn="ctr" rtl="0">
              <a:lnSpc>
                <a:spcPct val="115000"/>
              </a:lnSpc>
              <a:spcBef>
                <a:spcPts val="0"/>
              </a:spcBef>
              <a:spcAft>
                <a:spcPts val="0"/>
              </a:spcAft>
              <a:buClr>
                <a:schemeClr val="dk1"/>
              </a:buClr>
              <a:buSzPts val="3600"/>
              <a:buFont typeface="Poppins Black" panose="00000800000000000000"/>
              <a:buNone/>
              <a:defRPr sz="36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marR="0" lvl="7" algn="ctr" rtl="0">
              <a:lnSpc>
                <a:spcPct val="115000"/>
              </a:lnSpc>
              <a:spcBef>
                <a:spcPts val="0"/>
              </a:spcBef>
              <a:spcAft>
                <a:spcPts val="0"/>
              </a:spcAft>
              <a:buClr>
                <a:schemeClr val="dk1"/>
              </a:buClr>
              <a:buSzPts val="3600"/>
              <a:buFont typeface="Poppins Black" panose="00000800000000000000"/>
              <a:buNone/>
              <a:defRPr sz="36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marR="0" lvl="8" algn="ctr" rtl="0">
              <a:lnSpc>
                <a:spcPct val="115000"/>
              </a:lnSpc>
              <a:spcBef>
                <a:spcPts val="0"/>
              </a:spcBef>
              <a:spcAft>
                <a:spcPts val="0"/>
              </a:spcAft>
              <a:buClr>
                <a:schemeClr val="dk1"/>
              </a:buClr>
              <a:buSzPts val="3600"/>
              <a:buFont typeface="Poppins Black" panose="00000800000000000000"/>
              <a:buNone/>
              <a:defRPr sz="36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r>
              <a:rPr lang="en-IN" b="1" dirty="0"/>
              <a:t>Ad Click Fraud Detection Using Machine Learning and Deep Learning Algorithm</a:t>
            </a:r>
            <a:endParaRPr lang="en-IN" dirty="0"/>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02105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9" name="Google Shape;379;p27"/>
          <p:cNvSpPr txBox="1">
            <a:spLocks noGrp="1"/>
          </p:cNvSpPr>
          <p:nvPr>
            <p:ph type="title" idx="2"/>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2400" dirty="0">
                <a:latin typeface="Times New Roman" panose="02020603050405020304" pitchFamily="18" charset="0"/>
                <a:cs typeface="Times New Roman" panose="02020603050405020304" pitchFamily="18" charset="0"/>
              </a:rPr>
              <a:t>CONTENTS OF THE PRESENTATION</a:t>
            </a:r>
          </a:p>
        </p:txBody>
      </p:sp>
      <p:sp>
        <p:nvSpPr>
          <p:cNvPr id="384" name="Google Shape;384;p27"/>
          <p:cNvSpPr/>
          <p:nvPr/>
        </p:nvSpPr>
        <p:spPr>
          <a:xfrm>
            <a:off x="927468" y="1574693"/>
            <a:ext cx="267655" cy="261999"/>
          </a:xfrm>
          <a:custGeom>
            <a:avLst/>
            <a:gdLst/>
            <a:ahLst/>
            <a:cxnLst/>
            <a:rect l="l" t="t" r="r" b="b"/>
            <a:pathLst>
              <a:path w="8676" h="8492" extrusionOk="0">
                <a:moveTo>
                  <a:pt x="4336" y="2529"/>
                </a:moveTo>
                <a:cubicBezTo>
                  <a:pt x="5314" y="2529"/>
                  <a:pt x="6108" y="3325"/>
                  <a:pt x="6108" y="4302"/>
                </a:cubicBezTo>
                <a:cubicBezTo>
                  <a:pt x="6108" y="5280"/>
                  <a:pt x="5314" y="6076"/>
                  <a:pt x="4336" y="6076"/>
                </a:cubicBezTo>
                <a:cubicBezTo>
                  <a:pt x="3358" y="6076"/>
                  <a:pt x="2564" y="5280"/>
                  <a:pt x="2564" y="4302"/>
                </a:cubicBezTo>
                <a:cubicBezTo>
                  <a:pt x="2564" y="3325"/>
                  <a:pt x="3358" y="2529"/>
                  <a:pt x="4336" y="2529"/>
                </a:cubicBezTo>
                <a:close/>
                <a:moveTo>
                  <a:pt x="3402" y="1"/>
                </a:moveTo>
                <a:lnTo>
                  <a:pt x="3402" y="1392"/>
                </a:lnTo>
                <a:cubicBezTo>
                  <a:pt x="3105" y="1488"/>
                  <a:pt x="2826" y="1628"/>
                  <a:pt x="2577" y="1804"/>
                </a:cubicBezTo>
                <a:lnTo>
                  <a:pt x="1457" y="993"/>
                </a:lnTo>
                <a:lnTo>
                  <a:pt x="358" y="2504"/>
                </a:lnTo>
                <a:lnTo>
                  <a:pt x="1449" y="3297"/>
                </a:lnTo>
                <a:cubicBezTo>
                  <a:pt x="1363" y="3548"/>
                  <a:pt x="1307" y="3813"/>
                  <a:pt x="1288" y="4089"/>
                </a:cubicBezTo>
                <a:lnTo>
                  <a:pt x="1" y="4432"/>
                </a:lnTo>
                <a:lnTo>
                  <a:pt x="484" y="6239"/>
                </a:lnTo>
                <a:lnTo>
                  <a:pt x="1733" y="5903"/>
                </a:lnTo>
                <a:cubicBezTo>
                  <a:pt x="1885" y="6149"/>
                  <a:pt x="2069" y="6370"/>
                  <a:pt x="2278" y="6561"/>
                </a:cubicBezTo>
                <a:lnTo>
                  <a:pt x="1758" y="7730"/>
                </a:lnTo>
                <a:lnTo>
                  <a:pt x="3467" y="8491"/>
                </a:lnTo>
                <a:lnTo>
                  <a:pt x="3979" y="7338"/>
                </a:lnTo>
                <a:cubicBezTo>
                  <a:pt x="4096" y="7352"/>
                  <a:pt x="4215" y="7359"/>
                  <a:pt x="4336" y="7359"/>
                </a:cubicBezTo>
                <a:cubicBezTo>
                  <a:pt x="4513" y="7359"/>
                  <a:pt x="4685" y="7344"/>
                  <a:pt x="4854" y="7315"/>
                </a:cubicBezTo>
                <a:lnTo>
                  <a:pt x="5428" y="8439"/>
                </a:lnTo>
                <a:lnTo>
                  <a:pt x="7093" y="7590"/>
                </a:lnTo>
                <a:lnTo>
                  <a:pt x="6509" y="6448"/>
                </a:lnTo>
                <a:cubicBezTo>
                  <a:pt x="6709" y="6247"/>
                  <a:pt x="6882" y="6017"/>
                  <a:pt x="7020" y="5765"/>
                </a:cubicBezTo>
                <a:lnTo>
                  <a:pt x="8286" y="6034"/>
                </a:lnTo>
                <a:lnTo>
                  <a:pt x="8675" y="4206"/>
                </a:lnTo>
                <a:lnTo>
                  <a:pt x="7369" y="3928"/>
                </a:lnTo>
                <a:cubicBezTo>
                  <a:pt x="7336" y="3655"/>
                  <a:pt x="7267" y="3394"/>
                  <a:pt x="7165" y="3149"/>
                </a:cubicBezTo>
                <a:lnTo>
                  <a:pt x="8217" y="2299"/>
                </a:lnTo>
                <a:lnTo>
                  <a:pt x="7041" y="845"/>
                </a:lnTo>
                <a:lnTo>
                  <a:pt x="5965" y="1718"/>
                </a:lnTo>
                <a:cubicBezTo>
                  <a:pt x="5750" y="1582"/>
                  <a:pt x="5518" y="1472"/>
                  <a:pt x="5270" y="1392"/>
                </a:cubicBezTo>
                <a:lnTo>
                  <a:pt x="52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27"/>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27"/>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27"/>
          <p:cNvSpPr/>
          <p:nvPr/>
        </p:nvSpPr>
        <p:spPr>
          <a:xfrm>
            <a:off x="8117407" y="4132225"/>
            <a:ext cx="123300" cy="123300"/>
          </a:xfrm>
          <a:prstGeom prst="ellipse">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TextBox 7"/>
          <p:cNvSpPr txBox="1"/>
          <p:nvPr/>
        </p:nvSpPr>
        <p:spPr>
          <a:xfrm>
            <a:off x="1645585" y="1245700"/>
            <a:ext cx="2544418" cy="3416320"/>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Project Description.</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Problem Statement.</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Objective.</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Scope.</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Proposed System.</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Architecture.</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Resource Requirements.</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Literature Review</a:t>
            </a:r>
          </a:p>
          <a:p>
            <a:pPr marL="342900"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Implementation</a:t>
            </a:r>
          </a:p>
          <a:p>
            <a:pPr lvl="7" algn="just">
              <a:lnSpc>
                <a:spcPct val="150000"/>
              </a:lnSpc>
            </a:pPr>
            <a:r>
              <a:rPr lang="en-US" sz="1200" dirty="0">
                <a:latin typeface="Times New Roman" panose="02020603050405020304" pitchFamily="18" charset="0"/>
                <a:cs typeface="Times New Roman" panose="02020603050405020304" pitchFamily="18" charset="0"/>
              </a:rPr>
              <a:t>	1. Data Description.</a:t>
            </a:r>
          </a:p>
          <a:p>
            <a:pPr lvl="5" algn="just">
              <a:lnSpc>
                <a:spcPct val="150000"/>
              </a:lnSpc>
            </a:pPr>
            <a:r>
              <a:rPr lang="en-US" sz="1200" dirty="0">
                <a:latin typeface="Times New Roman" panose="02020603050405020304" pitchFamily="18" charset="0"/>
                <a:cs typeface="Times New Roman" panose="02020603050405020304" pitchFamily="18" charset="0"/>
              </a:rPr>
              <a:t>	2. EDA Explanation.</a:t>
            </a:r>
          </a:p>
          <a:p>
            <a:pPr lvl="5" algn="just">
              <a:lnSpc>
                <a:spcPct val="150000"/>
              </a:lnSpc>
            </a:pPr>
            <a:r>
              <a:rPr lang="en-US" sz="1200" dirty="0">
                <a:latin typeface="Times New Roman" panose="02020603050405020304" pitchFamily="18" charset="0"/>
                <a:cs typeface="Times New Roman" panose="02020603050405020304" pitchFamily="18" charset="0"/>
              </a:rPr>
              <a:t>	3. Preprocessing steps.</a:t>
            </a:r>
          </a:p>
        </p:txBody>
      </p:sp>
      <p:sp>
        <p:nvSpPr>
          <p:cNvPr id="23" name="TextBox 22"/>
          <p:cNvSpPr txBox="1"/>
          <p:nvPr/>
        </p:nvSpPr>
        <p:spPr>
          <a:xfrm>
            <a:off x="5120488" y="1245700"/>
            <a:ext cx="2857084" cy="1998111"/>
          </a:xfrm>
          <a:prstGeom prst="rect">
            <a:avLst/>
          </a:prstGeom>
          <a:noFill/>
        </p:spPr>
        <p:txBody>
          <a:bodyPr wrap="square" rtlCol="0">
            <a:spAutoFit/>
          </a:bodyPr>
          <a:lstStyle/>
          <a:p>
            <a:pPr marL="342900" lvl="1"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Methodology.</a:t>
            </a:r>
          </a:p>
          <a:p>
            <a:pPr marL="342900" lvl="1"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Algorithm Implementation</a:t>
            </a:r>
          </a:p>
          <a:p>
            <a:pPr marL="342900" lvl="1"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Results</a:t>
            </a:r>
          </a:p>
          <a:p>
            <a:pPr marL="342900" lvl="1"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Modules</a:t>
            </a:r>
          </a:p>
          <a:p>
            <a:pPr marL="342900" lvl="1"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UML Diagrams.</a:t>
            </a:r>
          </a:p>
          <a:p>
            <a:pPr marL="342900" lvl="1"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Conclusion.</a:t>
            </a:r>
          </a:p>
          <a:p>
            <a:pPr marL="342900" lvl="1" indent="-342900" algn="just">
              <a:lnSpc>
                <a:spcPct val="150000"/>
              </a:lnSpc>
              <a:buFont typeface="Wingdings" panose="05000000000000000000" pitchFamily="2" charset="2"/>
              <a:buChar char="ü"/>
            </a:pPr>
            <a:r>
              <a:rPr lang="en-US" sz="1200" dirty="0">
                <a:latin typeface="Times New Roman" panose="02020603050405020304" pitchFamily="18" charset="0"/>
                <a:cs typeface="Times New Roman" panose="02020603050405020304" pitchFamily="18" charset="0"/>
              </a:rPr>
              <a:t>References</a:t>
            </a:r>
            <a:endParaRPr lang="en-IN" sz="1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8" name="Google Shape;398;p28"/>
          <p:cNvSpPr txBox="1">
            <a:spLocks noGrp="1"/>
          </p:cNvSpPr>
          <p:nvPr>
            <p:ph type="title"/>
          </p:nvPr>
        </p:nvSpPr>
        <p:spPr>
          <a:xfrm>
            <a:off x="829025" y="104704"/>
            <a:ext cx="7586870" cy="728586"/>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sz="2000" b="1" dirty="0">
                <a:latin typeface="Times New Roman" panose="02020603050405020304" pitchFamily="18" charset="0"/>
                <a:cs typeface="Times New Roman" panose="02020603050405020304" pitchFamily="18" charset="0"/>
              </a:rPr>
              <a:t>ABSTRACT</a:t>
            </a:r>
            <a:endParaRPr sz="2000" b="1" dirty="0">
              <a:latin typeface="Times New Roman" panose="02020603050405020304" pitchFamily="18" charset="0"/>
              <a:cs typeface="Times New Roman" panose="02020603050405020304" pitchFamily="18" charset="0"/>
            </a:endParaRPr>
          </a:p>
        </p:txBody>
      </p:sp>
      <p:sp>
        <p:nvSpPr>
          <p:cNvPr id="660" name="Google Shape;660;p28"/>
          <p:cNvSpPr/>
          <p:nvPr/>
        </p:nvSpPr>
        <p:spPr>
          <a:xfrm rot="10800000">
            <a:off x="356222" y="3962400"/>
            <a:ext cx="1483087" cy="846700"/>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28"/>
          <p:cNvSpPr/>
          <p:nvPr/>
        </p:nvSpPr>
        <p:spPr>
          <a:xfrm>
            <a:off x="7420303" y="338989"/>
            <a:ext cx="1367447" cy="752664"/>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Rectangle 2">
            <a:extLst>
              <a:ext uri="{FF2B5EF4-FFF2-40B4-BE49-F238E27FC236}">
                <a16:creationId xmlns:a16="http://schemas.microsoft.com/office/drawing/2014/main" id="{47D59549-5D44-CA26-C0FD-5CC08F98DC95}"/>
              </a:ext>
            </a:extLst>
          </p:cNvPr>
          <p:cNvSpPr>
            <a:spLocks noChangeArrowheads="1"/>
          </p:cNvSpPr>
          <p:nvPr/>
        </p:nvSpPr>
        <p:spPr bwMode="auto">
          <a:xfrm>
            <a:off x="934721" y="787124"/>
            <a:ext cx="8074460" cy="4347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rise of mobile advertising has led to an increase in fraudulent ad clicks, causing substantial financial losses to advertisers. This project presents a scalable and intelligent system for detecting ad click fraud using both Machine Learning and Deep Learning algorithms. The dataset contains key features such as IP address, application ID, device type, operating system version, publisher channel ID, click timestamp, and attribution time—whether a click resulted in an app download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is_attributed</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wide range of models were explored, including Logistic Regression, Decision Tree, Random Forest, K-Nearest Neighbors, SVM, Naive Bayes, Gradient Boosting,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LightGBM</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XGBoost</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ANN, CNN, DNN, RNN, LSTM, and GRU. A Stacking Classifier was used to combine model strengths for optimal accuracy. The backend integrates these models for result comparison, while the Flask-based frontend allows users to input click details and receive real-time fraud detection results. This system provides a robust solution to improve ad campaign integrity.</a:t>
            </a:r>
          </a:p>
          <a:p>
            <a:pPr algn="just" eaLnBrk="0" fontAlgn="base" hangingPunct="0">
              <a:lnSpc>
                <a:spcPct val="150000"/>
              </a:lnSpc>
              <a:spcBef>
                <a:spcPct val="0"/>
              </a:spcBef>
              <a:spcAft>
                <a:spcPct val="0"/>
              </a:spcAft>
              <a:buClrTx/>
            </a:pPr>
            <a:r>
              <a:rPr lang="en-US" b="1" dirty="0">
                <a:latin typeface="Times New Roman" panose="02020603050405020304" pitchFamily="18" charset="0"/>
                <a:cs typeface="Times New Roman" panose="02020603050405020304" pitchFamily="18" charset="0"/>
              </a:rPr>
              <a:t>Keywords</a:t>
            </a:r>
            <a:r>
              <a:rPr lang="en-US"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Ad Click Fraud, Machine Learning, Deep Learning, Flask App, Stacking Classifier, LSTM, </a:t>
            </a:r>
            <a:r>
              <a:rPr lang="en-IN" dirty="0" err="1">
                <a:latin typeface="Times New Roman" panose="02020603050405020304" pitchFamily="18" charset="0"/>
                <a:cs typeface="Times New Roman" panose="02020603050405020304" pitchFamily="18" charset="0"/>
              </a:rPr>
              <a:t>XGBoost</a:t>
            </a:r>
            <a:r>
              <a:rPr lang="en-IN" dirty="0">
                <a:latin typeface="Times New Roman" panose="02020603050405020304" pitchFamily="18" charset="0"/>
                <a:cs typeface="Times New Roman" panose="02020603050405020304" pitchFamily="18" charset="0"/>
              </a:rPr>
              <a:t>, Click Prediction, Mobile Advertising, Classification.</a:t>
            </a:r>
          </a:p>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8" name="Google Shape;398;p28"/>
          <p:cNvSpPr txBox="1">
            <a:spLocks noGrp="1"/>
          </p:cNvSpPr>
          <p:nvPr>
            <p:ph type="title"/>
          </p:nvPr>
        </p:nvSpPr>
        <p:spPr>
          <a:xfrm>
            <a:off x="611192" y="244198"/>
            <a:ext cx="7586870" cy="728586"/>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sz="2000" b="1" dirty="0">
                <a:latin typeface="Times New Roman" panose="02020603050405020304" pitchFamily="18" charset="0"/>
                <a:cs typeface="Times New Roman" panose="02020603050405020304" pitchFamily="18" charset="0"/>
              </a:rPr>
              <a:t>PROBLEM STATEMENT</a:t>
            </a:r>
          </a:p>
        </p:txBody>
      </p:sp>
      <p:sp>
        <p:nvSpPr>
          <p:cNvPr id="660" name="Google Shape;660;p28"/>
          <p:cNvSpPr/>
          <p:nvPr/>
        </p:nvSpPr>
        <p:spPr>
          <a:xfrm rot="10800000">
            <a:off x="356223" y="4124089"/>
            <a:ext cx="1287977"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28"/>
          <p:cNvSpPr/>
          <p:nvPr/>
        </p:nvSpPr>
        <p:spPr>
          <a:xfrm>
            <a:off x="7499773" y="338989"/>
            <a:ext cx="1287977"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extBox 2"/>
          <p:cNvSpPr txBox="1"/>
          <p:nvPr/>
        </p:nvSpPr>
        <p:spPr>
          <a:xfrm>
            <a:off x="457201" y="1118791"/>
            <a:ext cx="8188036" cy="3700821"/>
          </a:xfrm>
          <a:prstGeom prst="rect">
            <a:avLst/>
          </a:prstGeom>
          <a:noFill/>
        </p:spPr>
        <p:txBody>
          <a:bodyPr wrap="square" rtlCol="0">
            <a:spAutoFit/>
          </a:bodyPr>
          <a:lstStyle/>
          <a:p>
            <a:pPr algn="just">
              <a:lnSpc>
                <a:spcPct val="150000"/>
              </a:lnSpc>
            </a:pPr>
            <a:r>
              <a:rPr lang="en-IN" sz="1600" dirty="0">
                <a:latin typeface="Times New Roman" panose="02020603050405020304" pitchFamily="18" charset="0"/>
                <a:cs typeface="Times New Roman" panose="02020603050405020304" pitchFamily="18" charset="0"/>
              </a:rPr>
              <a:t>In digital advertising, especially on mobile platforms, click fraud has emerged as a significant challenge. Fraudulent clicks—generated by bots or deceptive users—result in wasted advertising budgets, reduced ROI, and skewed analytics. Existing detection systems are often rule-based, static, or unable to generalize across diverse data. The problem addressed in this project is how to build a data-driven, intelligent, and adaptive system that can accurately classify ad clicks as fraudulent or genuine based on user </a:t>
            </a:r>
            <a:r>
              <a:rPr lang="en-IN" sz="1600" dirty="0" err="1">
                <a:latin typeface="Times New Roman" panose="02020603050405020304" pitchFamily="18" charset="0"/>
                <a:cs typeface="Times New Roman" panose="02020603050405020304" pitchFamily="18" charset="0"/>
              </a:rPr>
              <a:t>behavior</a:t>
            </a:r>
            <a:r>
              <a:rPr lang="en-IN" sz="1600" dirty="0">
                <a:latin typeface="Times New Roman" panose="02020603050405020304" pitchFamily="18" charset="0"/>
                <a:cs typeface="Times New Roman" panose="02020603050405020304" pitchFamily="18" charset="0"/>
              </a:rPr>
              <a:t> and device metadata. The solution must be scalable, robust, and deployable in real-time environments. The project seeks to use a variety of ML/DL models and compare their effectiveness in solving this issue while offering a deployable interface via a Flask web application.</a:t>
            </a:r>
          </a:p>
          <a:p>
            <a:pPr algn="just">
              <a:lnSpc>
                <a:spcPct val="150000"/>
              </a:lnSpc>
            </a:pP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666" name="Google Shape;666;p29"/>
          <p:cNvSpPr txBox="1">
            <a:spLocks noGrp="1"/>
          </p:cNvSpPr>
          <p:nvPr>
            <p:ph type="title"/>
          </p:nvPr>
        </p:nvSpPr>
        <p:spPr>
          <a:xfrm>
            <a:off x="615132" y="370253"/>
            <a:ext cx="7713900" cy="710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2000" b="1" dirty="0">
                <a:latin typeface="Times New Roman" panose="02020603050405020304" pitchFamily="18" charset="0"/>
                <a:cs typeface="Times New Roman" panose="02020603050405020304" pitchFamily="18" charset="0"/>
              </a:rPr>
              <a:t>OBJECTIVE</a:t>
            </a:r>
            <a:endParaRPr sz="2000" b="1" dirty="0">
              <a:latin typeface="Times New Roman" panose="02020603050405020304" pitchFamily="18" charset="0"/>
              <a:cs typeface="Times New Roman" panose="02020603050405020304" pitchFamily="18" charset="0"/>
            </a:endParaRPr>
          </a:p>
        </p:txBody>
      </p:sp>
      <p:sp>
        <p:nvSpPr>
          <p:cNvPr id="3" name="Text Placeholder 2"/>
          <p:cNvSpPr>
            <a:spLocks noGrp="1" noChangeArrowheads="1"/>
          </p:cNvSpPr>
          <p:nvPr>
            <p:ph type="body" idx="1"/>
          </p:nvPr>
        </p:nvSpPr>
        <p:spPr bwMode="auto">
          <a:xfrm>
            <a:off x="471072" y="1033762"/>
            <a:ext cx="8257292" cy="3739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indent="0" algn="just" eaLnBrk="0" fontAlgn="base" hangingPunct="0">
              <a:lnSpc>
                <a:spcPct val="150000"/>
              </a:lnSpc>
              <a:spcBef>
                <a:spcPct val="0"/>
              </a:spcBef>
              <a:spcAft>
                <a:spcPct val="0"/>
              </a:spcAft>
              <a:buClrTx/>
              <a:buSzTx/>
              <a:buNone/>
            </a:pPr>
            <a:r>
              <a:rPr lang="en-IN" sz="1600" dirty="0">
                <a:latin typeface="Times New Roman" panose="02020603050405020304" pitchFamily="18" charset="0"/>
                <a:cs typeface="Times New Roman" panose="02020603050405020304" pitchFamily="18" charset="0"/>
              </a:rPr>
              <a:t>The main objective of this project is to build an efficient and intelligent system capable of detecting fraudulent ad clicks in real time. By </a:t>
            </a:r>
            <a:r>
              <a:rPr lang="en-IN" sz="1600" dirty="0" err="1">
                <a:latin typeface="Times New Roman" panose="02020603050405020304" pitchFamily="18" charset="0"/>
                <a:cs typeface="Times New Roman" panose="02020603050405020304" pitchFamily="18" charset="0"/>
              </a:rPr>
              <a:t>analyzing</a:t>
            </a:r>
            <a:r>
              <a:rPr lang="en-IN" sz="1600" dirty="0">
                <a:latin typeface="Times New Roman" panose="02020603050405020304" pitchFamily="18" charset="0"/>
                <a:cs typeface="Times New Roman" panose="02020603050405020304" pitchFamily="18" charset="0"/>
              </a:rPr>
              <a:t> various features such as IP address, app ID, device type, OS version, channel ID, click time, and attribution status, the goal is to classify whether a click is genuine or potentially fraudulent. This system utilizes a range of Machine Learning and Deep Learning models—including Logistic Regression, Random Forest, </a:t>
            </a:r>
            <a:r>
              <a:rPr lang="en-IN" sz="1600" dirty="0" err="1">
                <a:latin typeface="Times New Roman" panose="02020603050405020304" pitchFamily="18" charset="0"/>
                <a:cs typeface="Times New Roman" panose="02020603050405020304" pitchFamily="18" charset="0"/>
              </a:rPr>
              <a:t>XGBoost</a:t>
            </a:r>
            <a:r>
              <a:rPr lang="en-IN" sz="1600" dirty="0">
                <a:latin typeface="Times New Roman" panose="02020603050405020304" pitchFamily="18" charset="0"/>
                <a:cs typeface="Times New Roman" panose="02020603050405020304" pitchFamily="18" charset="0"/>
              </a:rPr>
              <a:t>, CNN, LSTM, and more—to ensure high accuracy and generalization. The model performance is compared, and the best-performing models are integrated into a user-friendly Flask web application. This enables users to input features manually and receive instant predictions on click legitimacy.</a:t>
            </a:r>
          </a:p>
          <a:p>
            <a:pPr marL="0" lvl="0" indent="0" algn="just" eaLnBrk="0" fontAlgn="base" hangingPunct="0">
              <a:lnSpc>
                <a:spcPct val="150000"/>
              </a:lnSpc>
              <a:spcBef>
                <a:spcPct val="0"/>
              </a:spcBef>
              <a:spcAft>
                <a:spcPct val="0"/>
              </a:spcAft>
              <a:buClrTx/>
              <a:buSzTx/>
              <a:buNone/>
            </a:pPr>
            <a:endParaRPr kumimoji="0" lang="en-US" altLang="en-US" sz="140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p:txBody>
      </p:sp>
      <p:sp>
        <p:nvSpPr>
          <p:cNvPr id="668" name="Google Shape;668;p29"/>
          <p:cNvSpPr/>
          <p:nvPr/>
        </p:nvSpPr>
        <p:spPr>
          <a:xfrm>
            <a:off x="8073502" y="4033692"/>
            <a:ext cx="255530" cy="250132"/>
          </a:xfrm>
          <a:custGeom>
            <a:avLst/>
            <a:gdLst/>
            <a:ahLst/>
            <a:cxnLst/>
            <a:rect l="l" t="t" r="r" b="b"/>
            <a:pathLst>
              <a:path w="8676" h="8492" extrusionOk="0">
                <a:moveTo>
                  <a:pt x="4336" y="2529"/>
                </a:moveTo>
                <a:cubicBezTo>
                  <a:pt x="5314" y="2529"/>
                  <a:pt x="6108" y="3325"/>
                  <a:pt x="6108" y="4302"/>
                </a:cubicBezTo>
                <a:cubicBezTo>
                  <a:pt x="6108" y="5280"/>
                  <a:pt x="5314" y="6076"/>
                  <a:pt x="4336" y="6076"/>
                </a:cubicBezTo>
                <a:cubicBezTo>
                  <a:pt x="3358" y="6076"/>
                  <a:pt x="2564" y="5280"/>
                  <a:pt x="2564" y="4302"/>
                </a:cubicBezTo>
                <a:cubicBezTo>
                  <a:pt x="2564" y="3325"/>
                  <a:pt x="3358" y="2529"/>
                  <a:pt x="4336" y="2529"/>
                </a:cubicBezTo>
                <a:close/>
                <a:moveTo>
                  <a:pt x="3402" y="1"/>
                </a:moveTo>
                <a:lnTo>
                  <a:pt x="3402" y="1392"/>
                </a:lnTo>
                <a:cubicBezTo>
                  <a:pt x="3105" y="1488"/>
                  <a:pt x="2826" y="1628"/>
                  <a:pt x="2577" y="1804"/>
                </a:cubicBezTo>
                <a:lnTo>
                  <a:pt x="1457" y="993"/>
                </a:lnTo>
                <a:lnTo>
                  <a:pt x="358" y="2504"/>
                </a:lnTo>
                <a:lnTo>
                  <a:pt x="1449" y="3297"/>
                </a:lnTo>
                <a:cubicBezTo>
                  <a:pt x="1363" y="3548"/>
                  <a:pt x="1307" y="3813"/>
                  <a:pt x="1288" y="4089"/>
                </a:cubicBezTo>
                <a:lnTo>
                  <a:pt x="1" y="4432"/>
                </a:lnTo>
                <a:lnTo>
                  <a:pt x="484" y="6239"/>
                </a:lnTo>
                <a:lnTo>
                  <a:pt x="1733" y="5903"/>
                </a:lnTo>
                <a:cubicBezTo>
                  <a:pt x="1885" y="6149"/>
                  <a:pt x="2069" y="6370"/>
                  <a:pt x="2278" y="6561"/>
                </a:cubicBezTo>
                <a:lnTo>
                  <a:pt x="1758" y="7730"/>
                </a:lnTo>
                <a:lnTo>
                  <a:pt x="3467" y="8491"/>
                </a:lnTo>
                <a:lnTo>
                  <a:pt x="3979" y="7338"/>
                </a:lnTo>
                <a:cubicBezTo>
                  <a:pt x="4096" y="7352"/>
                  <a:pt x="4215" y="7359"/>
                  <a:pt x="4336" y="7359"/>
                </a:cubicBezTo>
                <a:cubicBezTo>
                  <a:pt x="4513" y="7359"/>
                  <a:pt x="4685" y="7344"/>
                  <a:pt x="4854" y="7315"/>
                </a:cubicBezTo>
                <a:lnTo>
                  <a:pt x="5428" y="8439"/>
                </a:lnTo>
                <a:lnTo>
                  <a:pt x="7093" y="7590"/>
                </a:lnTo>
                <a:lnTo>
                  <a:pt x="6509" y="6448"/>
                </a:lnTo>
                <a:cubicBezTo>
                  <a:pt x="6709" y="6247"/>
                  <a:pt x="6882" y="6017"/>
                  <a:pt x="7020" y="5765"/>
                </a:cubicBezTo>
                <a:lnTo>
                  <a:pt x="8286" y="6034"/>
                </a:lnTo>
                <a:lnTo>
                  <a:pt x="8675" y="4206"/>
                </a:lnTo>
                <a:lnTo>
                  <a:pt x="7369" y="3928"/>
                </a:lnTo>
                <a:cubicBezTo>
                  <a:pt x="7336" y="3655"/>
                  <a:pt x="7267" y="3394"/>
                  <a:pt x="7165" y="3149"/>
                </a:cubicBezTo>
                <a:lnTo>
                  <a:pt x="8217" y="2299"/>
                </a:lnTo>
                <a:lnTo>
                  <a:pt x="7041" y="845"/>
                </a:lnTo>
                <a:lnTo>
                  <a:pt x="5965" y="1718"/>
                </a:lnTo>
                <a:cubicBezTo>
                  <a:pt x="5750" y="1582"/>
                  <a:pt x="5518" y="1472"/>
                  <a:pt x="5270" y="1392"/>
                </a:cubicBezTo>
                <a:lnTo>
                  <a:pt x="52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29"/>
          <p:cNvSpPr/>
          <p:nvPr/>
        </p:nvSpPr>
        <p:spPr>
          <a:xfrm>
            <a:off x="7043907" y="3802275"/>
            <a:ext cx="123300" cy="123300"/>
          </a:xfrm>
          <a:prstGeom prst="ellipse">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691;p31"/>
          <p:cNvSpPr txBox="1"/>
          <p:nvPr/>
        </p:nvSpPr>
        <p:spPr>
          <a:xfrm>
            <a:off x="7752200" y="505531"/>
            <a:ext cx="920728" cy="670251"/>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endParaRPr lang="en-GB" sz="3200" dirty="0">
              <a:solidFill>
                <a:schemeClr val="accent4"/>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88"/>
        <p:cNvGrpSpPr/>
        <p:nvPr/>
      </p:nvGrpSpPr>
      <p:grpSpPr>
        <a:xfrm>
          <a:off x="0" y="0"/>
          <a:ext cx="0" cy="0"/>
          <a:chOff x="0" y="0"/>
          <a:chExt cx="0" cy="0"/>
        </a:xfrm>
      </p:grpSpPr>
      <p:sp>
        <p:nvSpPr>
          <p:cNvPr id="690" name="Google Shape;690;p31"/>
          <p:cNvSpPr txBox="1">
            <a:spLocks noGrp="1"/>
          </p:cNvSpPr>
          <p:nvPr>
            <p:ph type="title"/>
          </p:nvPr>
        </p:nvSpPr>
        <p:spPr>
          <a:xfrm>
            <a:off x="2794462" y="240828"/>
            <a:ext cx="3448200" cy="652565"/>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sz="2000" b="1" dirty="0">
                <a:latin typeface="Times New Roman" panose="02020603050405020304" pitchFamily="18" charset="0"/>
                <a:cs typeface="Times New Roman" panose="02020603050405020304" pitchFamily="18" charset="0"/>
              </a:rPr>
              <a:t>SCOPE</a:t>
            </a:r>
            <a:endParaRPr sz="2000" b="1" dirty="0">
              <a:latin typeface="Times New Roman" panose="02020603050405020304" pitchFamily="18" charset="0"/>
              <a:cs typeface="Times New Roman" panose="02020603050405020304" pitchFamily="18" charset="0"/>
            </a:endParaRPr>
          </a:p>
        </p:txBody>
      </p:sp>
      <p:sp>
        <p:nvSpPr>
          <p:cNvPr id="858" name="Google Shape;858;p31"/>
          <p:cNvSpPr/>
          <p:nvPr/>
        </p:nvSpPr>
        <p:spPr>
          <a:xfrm>
            <a:off x="8020188" y="3711022"/>
            <a:ext cx="175949" cy="172239"/>
          </a:xfrm>
          <a:custGeom>
            <a:avLst/>
            <a:gdLst/>
            <a:ahLst/>
            <a:cxnLst/>
            <a:rect l="l" t="t" r="r" b="b"/>
            <a:pathLst>
              <a:path w="8676" h="8492" extrusionOk="0">
                <a:moveTo>
                  <a:pt x="4336" y="2529"/>
                </a:moveTo>
                <a:cubicBezTo>
                  <a:pt x="5314" y="2529"/>
                  <a:pt x="6108" y="3325"/>
                  <a:pt x="6108" y="4302"/>
                </a:cubicBezTo>
                <a:cubicBezTo>
                  <a:pt x="6108" y="5280"/>
                  <a:pt x="5314" y="6076"/>
                  <a:pt x="4336" y="6076"/>
                </a:cubicBezTo>
                <a:cubicBezTo>
                  <a:pt x="3358" y="6076"/>
                  <a:pt x="2564" y="5280"/>
                  <a:pt x="2564" y="4302"/>
                </a:cubicBezTo>
                <a:cubicBezTo>
                  <a:pt x="2564" y="3325"/>
                  <a:pt x="3358" y="2529"/>
                  <a:pt x="4336" y="2529"/>
                </a:cubicBezTo>
                <a:close/>
                <a:moveTo>
                  <a:pt x="3402" y="1"/>
                </a:moveTo>
                <a:lnTo>
                  <a:pt x="3402" y="1392"/>
                </a:lnTo>
                <a:cubicBezTo>
                  <a:pt x="3105" y="1488"/>
                  <a:pt x="2826" y="1628"/>
                  <a:pt x="2577" y="1804"/>
                </a:cubicBezTo>
                <a:lnTo>
                  <a:pt x="1457" y="993"/>
                </a:lnTo>
                <a:lnTo>
                  <a:pt x="358" y="2504"/>
                </a:lnTo>
                <a:lnTo>
                  <a:pt x="1449" y="3297"/>
                </a:lnTo>
                <a:cubicBezTo>
                  <a:pt x="1363" y="3548"/>
                  <a:pt x="1307" y="3813"/>
                  <a:pt x="1288" y="4089"/>
                </a:cubicBezTo>
                <a:lnTo>
                  <a:pt x="1" y="4432"/>
                </a:lnTo>
                <a:lnTo>
                  <a:pt x="484" y="6239"/>
                </a:lnTo>
                <a:lnTo>
                  <a:pt x="1733" y="5903"/>
                </a:lnTo>
                <a:cubicBezTo>
                  <a:pt x="1885" y="6149"/>
                  <a:pt x="2069" y="6370"/>
                  <a:pt x="2278" y="6561"/>
                </a:cubicBezTo>
                <a:lnTo>
                  <a:pt x="1758" y="7730"/>
                </a:lnTo>
                <a:lnTo>
                  <a:pt x="3467" y="8491"/>
                </a:lnTo>
                <a:lnTo>
                  <a:pt x="3979" y="7338"/>
                </a:lnTo>
                <a:cubicBezTo>
                  <a:pt x="4096" y="7352"/>
                  <a:pt x="4215" y="7359"/>
                  <a:pt x="4336" y="7359"/>
                </a:cubicBezTo>
                <a:cubicBezTo>
                  <a:pt x="4513" y="7359"/>
                  <a:pt x="4685" y="7344"/>
                  <a:pt x="4854" y="7315"/>
                </a:cubicBezTo>
                <a:lnTo>
                  <a:pt x="5428" y="8439"/>
                </a:lnTo>
                <a:lnTo>
                  <a:pt x="7093" y="7590"/>
                </a:lnTo>
                <a:lnTo>
                  <a:pt x="6509" y="6448"/>
                </a:lnTo>
                <a:cubicBezTo>
                  <a:pt x="6709" y="6247"/>
                  <a:pt x="6882" y="6017"/>
                  <a:pt x="7020" y="5765"/>
                </a:cubicBezTo>
                <a:lnTo>
                  <a:pt x="8286" y="6034"/>
                </a:lnTo>
                <a:lnTo>
                  <a:pt x="8675" y="4206"/>
                </a:lnTo>
                <a:lnTo>
                  <a:pt x="7369" y="3928"/>
                </a:lnTo>
                <a:cubicBezTo>
                  <a:pt x="7336" y="3655"/>
                  <a:pt x="7267" y="3394"/>
                  <a:pt x="7165" y="3149"/>
                </a:cubicBezTo>
                <a:lnTo>
                  <a:pt x="8217" y="2299"/>
                </a:lnTo>
                <a:lnTo>
                  <a:pt x="7041" y="845"/>
                </a:lnTo>
                <a:lnTo>
                  <a:pt x="5965" y="1718"/>
                </a:lnTo>
                <a:cubicBezTo>
                  <a:pt x="5750" y="1582"/>
                  <a:pt x="5518" y="1472"/>
                  <a:pt x="5270" y="1392"/>
                </a:cubicBezTo>
                <a:lnTo>
                  <a:pt x="52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31"/>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31"/>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extBox 2"/>
          <p:cNvSpPr txBox="1"/>
          <p:nvPr/>
        </p:nvSpPr>
        <p:spPr>
          <a:xfrm>
            <a:off x="457200" y="1041517"/>
            <a:ext cx="8219209" cy="3700821"/>
          </a:xfrm>
          <a:prstGeom prst="rect">
            <a:avLst/>
          </a:prstGeom>
          <a:noFill/>
        </p:spPr>
        <p:txBody>
          <a:bodyPr wrap="square" rtlCol="0">
            <a:spAutoFit/>
          </a:bodyPr>
          <a:lstStyle/>
          <a:p>
            <a:pPr algn="just">
              <a:lnSpc>
                <a:spcPct val="150000"/>
              </a:lnSpc>
            </a:pPr>
            <a:r>
              <a:rPr lang="en-IN" sz="1600" dirty="0">
                <a:latin typeface="Times New Roman" panose="02020603050405020304" pitchFamily="18" charset="0"/>
                <a:cs typeface="Times New Roman" panose="02020603050405020304" pitchFamily="18" charset="0"/>
              </a:rPr>
              <a:t>This project addresses the issue of click fraud in mobile advertising, focusing on the detection of fraudulent clicks before app attribution. It supports analysis and prediction using a combination of traditional ML models (e.g., Logistic Regression, Random Forest, </a:t>
            </a:r>
            <a:r>
              <a:rPr lang="en-IN" sz="1600" dirty="0" err="1">
                <a:latin typeface="Times New Roman" panose="02020603050405020304" pitchFamily="18" charset="0"/>
                <a:cs typeface="Times New Roman" panose="02020603050405020304" pitchFamily="18" charset="0"/>
              </a:rPr>
              <a:t>XGBoost</a:t>
            </a:r>
            <a:r>
              <a:rPr lang="en-IN" sz="1600" dirty="0">
                <a:latin typeface="Times New Roman" panose="02020603050405020304" pitchFamily="18" charset="0"/>
                <a:cs typeface="Times New Roman" panose="02020603050405020304" pitchFamily="18" charset="0"/>
              </a:rPr>
              <a:t>) and advanced deep learning architectures (e.g., CNN, LSTM, GRU). The solution includes backend training, evaluation of multiple models, and frontend deployment using Flask. The scope extends to model comparison, real-time fraud prediction, and system deployment in real-world advertising platforms. Future extensions may involve auto-updating models with live data, scaling for large-volume detection, and integration with ad networks or APIs to automate fraud prevention mechanisms efficiently.</a:t>
            </a:r>
          </a:p>
          <a:p>
            <a:pPr algn="just">
              <a:lnSpc>
                <a:spcPct val="150000"/>
              </a:lnSpc>
            </a:pP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88">
          <a:extLst>
            <a:ext uri="{FF2B5EF4-FFF2-40B4-BE49-F238E27FC236}">
              <a16:creationId xmlns:a16="http://schemas.microsoft.com/office/drawing/2014/main" id="{BBD16EEA-8A56-477C-6F1A-216B63903EB1}"/>
            </a:ext>
          </a:extLst>
        </p:cNvPr>
        <p:cNvGrpSpPr/>
        <p:nvPr/>
      </p:nvGrpSpPr>
      <p:grpSpPr>
        <a:xfrm>
          <a:off x="0" y="0"/>
          <a:ext cx="0" cy="0"/>
          <a:chOff x="0" y="0"/>
          <a:chExt cx="0" cy="0"/>
        </a:xfrm>
      </p:grpSpPr>
      <p:sp>
        <p:nvSpPr>
          <p:cNvPr id="690" name="Google Shape;690;p31">
            <a:extLst>
              <a:ext uri="{FF2B5EF4-FFF2-40B4-BE49-F238E27FC236}">
                <a16:creationId xmlns:a16="http://schemas.microsoft.com/office/drawing/2014/main" id="{CFE64C61-D97B-852D-2C35-BC4BCC3EE412}"/>
              </a:ext>
            </a:extLst>
          </p:cNvPr>
          <p:cNvSpPr txBox="1">
            <a:spLocks noGrp="1"/>
          </p:cNvSpPr>
          <p:nvPr>
            <p:ph type="title"/>
          </p:nvPr>
        </p:nvSpPr>
        <p:spPr>
          <a:xfrm>
            <a:off x="2794462" y="240828"/>
            <a:ext cx="3448200" cy="652565"/>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sz="2000" b="1" dirty="0">
                <a:latin typeface="Times New Roman" panose="02020603050405020304" pitchFamily="18" charset="0"/>
                <a:cs typeface="Times New Roman" panose="02020603050405020304" pitchFamily="18" charset="0"/>
              </a:rPr>
              <a:t>MOTIVATION</a:t>
            </a:r>
            <a:endParaRPr sz="2000" b="1" dirty="0">
              <a:latin typeface="Times New Roman" panose="02020603050405020304" pitchFamily="18" charset="0"/>
              <a:cs typeface="Times New Roman" panose="02020603050405020304" pitchFamily="18" charset="0"/>
            </a:endParaRPr>
          </a:p>
        </p:txBody>
      </p:sp>
      <p:sp>
        <p:nvSpPr>
          <p:cNvPr id="858" name="Google Shape;858;p31">
            <a:extLst>
              <a:ext uri="{FF2B5EF4-FFF2-40B4-BE49-F238E27FC236}">
                <a16:creationId xmlns:a16="http://schemas.microsoft.com/office/drawing/2014/main" id="{BAAC661B-8F03-59C4-B43D-6F2805EE077E}"/>
              </a:ext>
            </a:extLst>
          </p:cNvPr>
          <p:cNvSpPr/>
          <p:nvPr/>
        </p:nvSpPr>
        <p:spPr>
          <a:xfrm>
            <a:off x="8020188" y="3711022"/>
            <a:ext cx="175949" cy="172239"/>
          </a:xfrm>
          <a:custGeom>
            <a:avLst/>
            <a:gdLst/>
            <a:ahLst/>
            <a:cxnLst/>
            <a:rect l="l" t="t" r="r" b="b"/>
            <a:pathLst>
              <a:path w="8676" h="8492" extrusionOk="0">
                <a:moveTo>
                  <a:pt x="4336" y="2529"/>
                </a:moveTo>
                <a:cubicBezTo>
                  <a:pt x="5314" y="2529"/>
                  <a:pt x="6108" y="3325"/>
                  <a:pt x="6108" y="4302"/>
                </a:cubicBezTo>
                <a:cubicBezTo>
                  <a:pt x="6108" y="5280"/>
                  <a:pt x="5314" y="6076"/>
                  <a:pt x="4336" y="6076"/>
                </a:cubicBezTo>
                <a:cubicBezTo>
                  <a:pt x="3358" y="6076"/>
                  <a:pt x="2564" y="5280"/>
                  <a:pt x="2564" y="4302"/>
                </a:cubicBezTo>
                <a:cubicBezTo>
                  <a:pt x="2564" y="3325"/>
                  <a:pt x="3358" y="2529"/>
                  <a:pt x="4336" y="2529"/>
                </a:cubicBezTo>
                <a:close/>
                <a:moveTo>
                  <a:pt x="3402" y="1"/>
                </a:moveTo>
                <a:lnTo>
                  <a:pt x="3402" y="1392"/>
                </a:lnTo>
                <a:cubicBezTo>
                  <a:pt x="3105" y="1488"/>
                  <a:pt x="2826" y="1628"/>
                  <a:pt x="2577" y="1804"/>
                </a:cubicBezTo>
                <a:lnTo>
                  <a:pt x="1457" y="993"/>
                </a:lnTo>
                <a:lnTo>
                  <a:pt x="358" y="2504"/>
                </a:lnTo>
                <a:lnTo>
                  <a:pt x="1449" y="3297"/>
                </a:lnTo>
                <a:cubicBezTo>
                  <a:pt x="1363" y="3548"/>
                  <a:pt x="1307" y="3813"/>
                  <a:pt x="1288" y="4089"/>
                </a:cubicBezTo>
                <a:lnTo>
                  <a:pt x="1" y="4432"/>
                </a:lnTo>
                <a:lnTo>
                  <a:pt x="484" y="6239"/>
                </a:lnTo>
                <a:lnTo>
                  <a:pt x="1733" y="5903"/>
                </a:lnTo>
                <a:cubicBezTo>
                  <a:pt x="1885" y="6149"/>
                  <a:pt x="2069" y="6370"/>
                  <a:pt x="2278" y="6561"/>
                </a:cubicBezTo>
                <a:lnTo>
                  <a:pt x="1758" y="7730"/>
                </a:lnTo>
                <a:lnTo>
                  <a:pt x="3467" y="8491"/>
                </a:lnTo>
                <a:lnTo>
                  <a:pt x="3979" y="7338"/>
                </a:lnTo>
                <a:cubicBezTo>
                  <a:pt x="4096" y="7352"/>
                  <a:pt x="4215" y="7359"/>
                  <a:pt x="4336" y="7359"/>
                </a:cubicBezTo>
                <a:cubicBezTo>
                  <a:pt x="4513" y="7359"/>
                  <a:pt x="4685" y="7344"/>
                  <a:pt x="4854" y="7315"/>
                </a:cubicBezTo>
                <a:lnTo>
                  <a:pt x="5428" y="8439"/>
                </a:lnTo>
                <a:lnTo>
                  <a:pt x="7093" y="7590"/>
                </a:lnTo>
                <a:lnTo>
                  <a:pt x="6509" y="6448"/>
                </a:lnTo>
                <a:cubicBezTo>
                  <a:pt x="6709" y="6247"/>
                  <a:pt x="6882" y="6017"/>
                  <a:pt x="7020" y="5765"/>
                </a:cubicBezTo>
                <a:lnTo>
                  <a:pt x="8286" y="6034"/>
                </a:lnTo>
                <a:lnTo>
                  <a:pt x="8675" y="4206"/>
                </a:lnTo>
                <a:lnTo>
                  <a:pt x="7369" y="3928"/>
                </a:lnTo>
                <a:cubicBezTo>
                  <a:pt x="7336" y="3655"/>
                  <a:pt x="7267" y="3394"/>
                  <a:pt x="7165" y="3149"/>
                </a:cubicBezTo>
                <a:lnTo>
                  <a:pt x="8217" y="2299"/>
                </a:lnTo>
                <a:lnTo>
                  <a:pt x="7041" y="845"/>
                </a:lnTo>
                <a:lnTo>
                  <a:pt x="5965" y="1718"/>
                </a:lnTo>
                <a:cubicBezTo>
                  <a:pt x="5750" y="1582"/>
                  <a:pt x="5518" y="1472"/>
                  <a:pt x="5270" y="1392"/>
                </a:cubicBezTo>
                <a:lnTo>
                  <a:pt x="52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31">
            <a:extLst>
              <a:ext uri="{FF2B5EF4-FFF2-40B4-BE49-F238E27FC236}">
                <a16:creationId xmlns:a16="http://schemas.microsoft.com/office/drawing/2014/main" id="{527CC0FF-F7A7-19EF-A6C7-81AD96260DFE}"/>
              </a:ext>
            </a:extLst>
          </p:cNvPr>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31">
            <a:extLst>
              <a:ext uri="{FF2B5EF4-FFF2-40B4-BE49-F238E27FC236}">
                <a16:creationId xmlns:a16="http://schemas.microsoft.com/office/drawing/2014/main" id="{FAE389EE-D1DB-18DB-144F-F3FAFA1834DD}"/>
              </a:ext>
            </a:extLst>
          </p:cNvPr>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extBox 2">
            <a:extLst>
              <a:ext uri="{FF2B5EF4-FFF2-40B4-BE49-F238E27FC236}">
                <a16:creationId xmlns:a16="http://schemas.microsoft.com/office/drawing/2014/main" id="{23D5B8F3-EEC8-CD15-702A-8C883B990757}"/>
              </a:ext>
            </a:extLst>
          </p:cNvPr>
          <p:cNvSpPr txBox="1"/>
          <p:nvPr/>
        </p:nvSpPr>
        <p:spPr>
          <a:xfrm>
            <a:off x="457200" y="1041517"/>
            <a:ext cx="8219209" cy="3700821"/>
          </a:xfrm>
          <a:prstGeom prst="rect">
            <a:avLst/>
          </a:prstGeom>
          <a:noFill/>
        </p:spPr>
        <p:txBody>
          <a:bodyPr wrap="square" rtlCol="0">
            <a:spAutoFit/>
          </a:bodyPr>
          <a:lstStyle/>
          <a:p>
            <a:pPr algn="just">
              <a:lnSpc>
                <a:spcPct val="150000"/>
              </a:lnSpc>
            </a:pPr>
            <a:r>
              <a:rPr lang="en-IN" sz="1600" dirty="0">
                <a:latin typeface="Times New Roman" panose="02020603050405020304" pitchFamily="18" charset="0"/>
                <a:cs typeface="Times New Roman" panose="02020603050405020304" pitchFamily="18" charset="0"/>
              </a:rPr>
              <a:t>Click fraud is a growing issue in the mobile advertising industry, where fraudulent actors simulate fake clicks to earn revenue unfairly. This not only impacts advertisers financially but also skews campaign performance metrics and undermines trust in digital marketing platforms. The motivation behind this project is to create a reliable system that helps advertisers and marketers detect fraudulent clicks accurately, thereby preventing unnecessary ad spend and improving campaign efficiency. By leveraging both machine learning and deep learning models, and deploying the solution with an easy-to-use interface, the project aims to bridge the gap between complex predictive analytics and practical usage. It empowers stakeholders with technology to mitigate digital ad fraud in an effective, automated manner</a:t>
            </a:r>
          </a:p>
          <a:p>
            <a:pPr algn="just">
              <a:lnSpc>
                <a:spcPct val="15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924044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88">
          <a:extLst>
            <a:ext uri="{FF2B5EF4-FFF2-40B4-BE49-F238E27FC236}">
              <a16:creationId xmlns:a16="http://schemas.microsoft.com/office/drawing/2014/main" id="{545C61B7-35E4-8DF8-75A6-A3F4CA896E49}"/>
            </a:ext>
          </a:extLst>
        </p:cNvPr>
        <p:cNvGrpSpPr/>
        <p:nvPr/>
      </p:nvGrpSpPr>
      <p:grpSpPr>
        <a:xfrm>
          <a:off x="0" y="0"/>
          <a:ext cx="0" cy="0"/>
          <a:chOff x="0" y="0"/>
          <a:chExt cx="0" cy="0"/>
        </a:xfrm>
      </p:grpSpPr>
      <p:sp>
        <p:nvSpPr>
          <p:cNvPr id="690" name="Google Shape;690;p31">
            <a:extLst>
              <a:ext uri="{FF2B5EF4-FFF2-40B4-BE49-F238E27FC236}">
                <a16:creationId xmlns:a16="http://schemas.microsoft.com/office/drawing/2014/main" id="{2260263A-F59D-292F-4B13-DEBB85A84ABD}"/>
              </a:ext>
            </a:extLst>
          </p:cNvPr>
          <p:cNvSpPr txBox="1">
            <a:spLocks noGrp="1"/>
          </p:cNvSpPr>
          <p:nvPr>
            <p:ph type="title"/>
          </p:nvPr>
        </p:nvSpPr>
        <p:spPr>
          <a:xfrm>
            <a:off x="1564640" y="272226"/>
            <a:ext cx="5561942" cy="652565"/>
          </a:xfrm>
          <a:prstGeom prst="rect">
            <a:avLst/>
          </a:prstGeom>
        </p:spPr>
        <p:txBody>
          <a:bodyPr spcFirstLastPara="1" wrap="square" lIns="91425" tIns="91425" rIns="91425" bIns="91425" anchor="b" anchorCtr="0">
            <a:noAutofit/>
          </a:bodyPr>
          <a:lstStyle/>
          <a:p>
            <a:pPr lvl="0"/>
            <a:r>
              <a:rPr lang="en-US" sz="2000" b="1" dirty="0">
                <a:latin typeface="Times New Roman" panose="02020603050405020304" pitchFamily="18" charset="0"/>
                <a:cs typeface="Times New Roman" panose="02020603050405020304" pitchFamily="18" charset="0"/>
              </a:rPr>
              <a:t>PROJECT INTRODUCTION</a:t>
            </a:r>
            <a:endParaRPr sz="2000" b="1" dirty="0">
              <a:latin typeface="Times New Roman" panose="02020603050405020304" pitchFamily="18" charset="0"/>
              <a:cs typeface="Times New Roman" panose="02020603050405020304" pitchFamily="18" charset="0"/>
            </a:endParaRPr>
          </a:p>
        </p:txBody>
      </p:sp>
      <p:sp>
        <p:nvSpPr>
          <p:cNvPr id="858" name="Google Shape;858;p31">
            <a:extLst>
              <a:ext uri="{FF2B5EF4-FFF2-40B4-BE49-F238E27FC236}">
                <a16:creationId xmlns:a16="http://schemas.microsoft.com/office/drawing/2014/main" id="{6FDD6998-71B5-74DF-DC81-966382E54DBC}"/>
              </a:ext>
            </a:extLst>
          </p:cNvPr>
          <p:cNvSpPr/>
          <p:nvPr/>
        </p:nvSpPr>
        <p:spPr>
          <a:xfrm>
            <a:off x="8020188" y="3711022"/>
            <a:ext cx="175949" cy="172239"/>
          </a:xfrm>
          <a:custGeom>
            <a:avLst/>
            <a:gdLst/>
            <a:ahLst/>
            <a:cxnLst/>
            <a:rect l="l" t="t" r="r" b="b"/>
            <a:pathLst>
              <a:path w="8676" h="8492" extrusionOk="0">
                <a:moveTo>
                  <a:pt x="4336" y="2529"/>
                </a:moveTo>
                <a:cubicBezTo>
                  <a:pt x="5314" y="2529"/>
                  <a:pt x="6108" y="3325"/>
                  <a:pt x="6108" y="4302"/>
                </a:cubicBezTo>
                <a:cubicBezTo>
                  <a:pt x="6108" y="5280"/>
                  <a:pt x="5314" y="6076"/>
                  <a:pt x="4336" y="6076"/>
                </a:cubicBezTo>
                <a:cubicBezTo>
                  <a:pt x="3358" y="6076"/>
                  <a:pt x="2564" y="5280"/>
                  <a:pt x="2564" y="4302"/>
                </a:cubicBezTo>
                <a:cubicBezTo>
                  <a:pt x="2564" y="3325"/>
                  <a:pt x="3358" y="2529"/>
                  <a:pt x="4336" y="2529"/>
                </a:cubicBezTo>
                <a:close/>
                <a:moveTo>
                  <a:pt x="3402" y="1"/>
                </a:moveTo>
                <a:lnTo>
                  <a:pt x="3402" y="1392"/>
                </a:lnTo>
                <a:cubicBezTo>
                  <a:pt x="3105" y="1488"/>
                  <a:pt x="2826" y="1628"/>
                  <a:pt x="2577" y="1804"/>
                </a:cubicBezTo>
                <a:lnTo>
                  <a:pt x="1457" y="993"/>
                </a:lnTo>
                <a:lnTo>
                  <a:pt x="358" y="2504"/>
                </a:lnTo>
                <a:lnTo>
                  <a:pt x="1449" y="3297"/>
                </a:lnTo>
                <a:cubicBezTo>
                  <a:pt x="1363" y="3548"/>
                  <a:pt x="1307" y="3813"/>
                  <a:pt x="1288" y="4089"/>
                </a:cubicBezTo>
                <a:lnTo>
                  <a:pt x="1" y="4432"/>
                </a:lnTo>
                <a:lnTo>
                  <a:pt x="484" y="6239"/>
                </a:lnTo>
                <a:lnTo>
                  <a:pt x="1733" y="5903"/>
                </a:lnTo>
                <a:cubicBezTo>
                  <a:pt x="1885" y="6149"/>
                  <a:pt x="2069" y="6370"/>
                  <a:pt x="2278" y="6561"/>
                </a:cubicBezTo>
                <a:lnTo>
                  <a:pt x="1758" y="7730"/>
                </a:lnTo>
                <a:lnTo>
                  <a:pt x="3467" y="8491"/>
                </a:lnTo>
                <a:lnTo>
                  <a:pt x="3979" y="7338"/>
                </a:lnTo>
                <a:cubicBezTo>
                  <a:pt x="4096" y="7352"/>
                  <a:pt x="4215" y="7359"/>
                  <a:pt x="4336" y="7359"/>
                </a:cubicBezTo>
                <a:cubicBezTo>
                  <a:pt x="4513" y="7359"/>
                  <a:pt x="4685" y="7344"/>
                  <a:pt x="4854" y="7315"/>
                </a:cubicBezTo>
                <a:lnTo>
                  <a:pt x="5428" y="8439"/>
                </a:lnTo>
                <a:lnTo>
                  <a:pt x="7093" y="7590"/>
                </a:lnTo>
                <a:lnTo>
                  <a:pt x="6509" y="6448"/>
                </a:lnTo>
                <a:cubicBezTo>
                  <a:pt x="6709" y="6247"/>
                  <a:pt x="6882" y="6017"/>
                  <a:pt x="7020" y="5765"/>
                </a:cubicBezTo>
                <a:lnTo>
                  <a:pt x="8286" y="6034"/>
                </a:lnTo>
                <a:lnTo>
                  <a:pt x="8675" y="4206"/>
                </a:lnTo>
                <a:lnTo>
                  <a:pt x="7369" y="3928"/>
                </a:lnTo>
                <a:cubicBezTo>
                  <a:pt x="7336" y="3655"/>
                  <a:pt x="7267" y="3394"/>
                  <a:pt x="7165" y="3149"/>
                </a:cubicBezTo>
                <a:lnTo>
                  <a:pt x="8217" y="2299"/>
                </a:lnTo>
                <a:lnTo>
                  <a:pt x="7041" y="845"/>
                </a:lnTo>
                <a:lnTo>
                  <a:pt x="5965" y="1718"/>
                </a:lnTo>
                <a:cubicBezTo>
                  <a:pt x="5750" y="1582"/>
                  <a:pt x="5518" y="1472"/>
                  <a:pt x="5270" y="1392"/>
                </a:cubicBezTo>
                <a:lnTo>
                  <a:pt x="52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31">
            <a:extLst>
              <a:ext uri="{FF2B5EF4-FFF2-40B4-BE49-F238E27FC236}">
                <a16:creationId xmlns:a16="http://schemas.microsoft.com/office/drawing/2014/main" id="{53DFA814-D547-4028-3A5A-97CA89C783C9}"/>
              </a:ext>
            </a:extLst>
          </p:cNvPr>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31">
            <a:extLst>
              <a:ext uri="{FF2B5EF4-FFF2-40B4-BE49-F238E27FC236}">
                <a16:creationId xmlns:a16="http://schemas.microsoft.com/office/drawing/2014/main" id="{B3AC667A-F32B-6289-B436-494A5E6C96A0}"/>
              </a:ext>
            </a:extLst>
          </p:cNvPr>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extBox 2">
            <a:extLst>
              <a:ext uri="{FF2B5EF4-FFF2-40B4-BE49-F238E27FC236}">
                <a16:creationId xmlns:a16="http://schemas.microsoft.com/office/drawing/2014/main" id="{549420F2-7649-E5C5-16F2-2A3EFD844050}"/>
              </a:ext>
            </a:extLst>
          </p:cNvPr>
          <p:cNvSpPr txBox="1"/>
          <p:nvPr/>
        </p:nvSpPr>
        <p:spPr>
          <a:xfrm>
            <a:off x="457200" y="1041517"/>
            <a:ext cx="8219209" cy="3285323"/>
          </a:xfrm>
          <a:prstGeom prst="rect">
            <a:avLst/>
          </a:prstGeom>
          <a:noFill/>
        </p:spPr>
        <p:txBody>
          <a:bodyPr wrap="square" rtlCol="0">
            <a:spAutoFit/>
          </a:bodyPr>
          <a:lstStyle/>
          <a:p>
            <a:pPr algn="just">
              <a:lnSpc>
                <a:spcPct val="150000"/>
              </a:lnSpc>
            </a:pPr>
            <a:r>
              <a:rPr lang="en-IN" dirty="0">
                <a:latin typeface="Times New Roman" panose="02020603050405020304" pitchFamily="18" charset="0"/>
                <a:cs typeface="Times New Roman" panose="02020603050405020304" pitchFamily="18" charset="0"/>
              </a:rPr>
              <a:t>In today’s digital ecosystem, mobile advertising plays a crucial role in reaching targeted audiences efficiently. With the increasing shift toward app-based promotions and pay-per-click models, advertisers rely heavily on the accuracy and legitimacy of user interactions, especially ad clicks. However, the rise of click fraud—where bots or malicious users generate fake clicks—has become a significant threat. These fraudulent activities not only waste advertising budgets but also distort campaign performance metrics, leading to poor strategic decisions and reduced return on investment (ROI).</a:t>
            </a:r>
          </a:p>
          <a:p>
            <a:pPr algn="just">
              <a:lnSpc>
                <a:spcPct val="150000"/>
              </a:lnSpc>
            </a:pPr>
            <a:r>
              <a:rPr lang="en-IN" dirty="0">
                <a:latin typeface="Times New Roman" panose="02020603050405020304" pitchFamily="18" charset="0"/>
                <a:cs typeface="Times New Roman" panose="02020603050405020304" pitchFamily="18" charset="0"/>
              </a:rPr>
              <a:t>To address this growing issue, our project titled “Ad Click Fraud Detection Using Machine Learning and Deep Learning Algorithms” aims to build an intelligent fraud detection system that can automatically classify ad clicks as either genuine or fraudulent. </a:t>
            </a:r>
          </a:p>
          <a:p>
            <a:pPr algn="just">
              <a:lnSpc>
                <a:spcPct val="15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700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88">
          <a:extLst>
            <a:ext uri="{FF2B5EF4-FFF2-40B4-BE49-F238E27FC236}">
              <a16:creationId xmlns:a16="http://schemas.microsoft.com/office/drawing/2014/main" id="{5D383687-4F51-6B27-A84C-FA0F20F0AEA9}"/>
            </a:ext>
          </a:extLst>
        </p:cNvPr>
        <p:cNvGrpSpPr/>
        <p:nvPr/>
      </p:nvGrpSpPr>
      <p:grpSpPr>
        <a:xfrm>
          <a:off x="0" y="0"/>
          <a:ext cx="0" cy="0"/>
          <a:chOff x="0" y="0"/>
          <a:chExt cx="0" cy="0"/>
        </a:xfrm>
      </p:grpSpPr>
      <p:sp>
        <p:nvSpPr>
          <p:cNvPr id="690" name="Google Shape;690;p31">
            <a:extLst>
              <a:ext uri="{FF2B5EF4-FFF2-40B4-BE49-F238E27FC236}">
                <a16:creationId xmlns:a16="http://schemas.microsoft.com/office/drawing/2014/main" id="{8691012F-B496-70D3-FE09-4360DEFA743D}"/>
              </a:ext>
            </a:extLst>
          </p:cNvPr>
          <p:cNvSpPr txBox="1">
            <a:spLocks noGrp="1"/>
          </p:cNvSpPr>
          <p:nvPr>
            <p:ph type="title"/>
          </p:nvPr>
        </p:nvSpPr>
        <p:spPr>
          <a:xfrm>
            <a:off x="1564640" y="272226"/>
            <a:ext cx="5561942" cy="652565"/>
          </a:xfrm>
          <a:prstGeom prst="rect">
            <a:avLst/>
          </a:prstGeom>
        </p:spPr>
        <p:txBody>
          <a:bodyPr spcFirstLastPara="1" wrap="square" lIns="91425" tIns="91425" rIns="91425" bIns="91425" anchor="b" anchorCtr="0">
            <a:noAutofit/>
          </a:bodyPr>
          <a:lstStyle/>
          <a:p>
            <a:pPr lvl="0"/>
            <a:r>
              <a:rPr lang="en-US" sz="2000" b="1" dirty="0">
                <a:latin typeface="Times New Roman" panose="02020603050405020304" pitchFamily="18" charset="0"/>
                <a:cs typeface="Times New Roman" panose="02020603050405020304" pitchFamily="18" charset="0"/>
              </a:rPr>
              <a:t>PROJECT INTRODUCTION</a:t>
            </a:r>
            <a:endParaRPr sz="2000" b="1" dirty="0">
              <a:latin typeface="Times New Roman" panose="02020603050405020304" pitchFamily="18" charset="0"/>
              <a:cs typeface="Times New Roman" panose="02020603050405020304" pitchFamily="18" charset="0"/>
            </a:endParaRPr>
          </a:p>
        </p:txBody>
      </p:sp>
      <p:sp>
        <p:nvSpPr>
          <p:cNvPr id="858" name="Google Shape;858;p31">
            <a:extLst>
              <a:ext uri="{FF2B5EF4-FFF2-40B4-BE49-F238E27FC236}">
                <a16:creationId xmlns:a16="http://schemas.microsoft.com/office/drawing/2014/main" id="{B086619D-EC08-23D6-4ECC-D03FC018D7EF}"/>
              </a:ext>
            </a:extLst>
          </p:cNvPr>
          <p:cNvSpPr/>
          <p:nvPr/>
        </p:nvSpPr>
        <p:spPr>
          <a:xfrm>
            <a:off x="8020188" y="3711022"/>
            <a:ext cx="175949" cy="172239"/>
          </a:xfrm>
          <a:custGeom>
            <a:avLst/>
            <a:gdLst/>
            <a:ahLst/>
            <a:cxnLst/>
            <a:rect l="l" t="t" r="r" b="b"/>
            <a:pathLst>
              <a:path w="8676" h="8492" extrusionOk="0">
                <a:moveTo>
                  <a:pt x="4336" y="2529"/>
                </a:moveTo>
                <a:cubicBezTo>
                  <a:pt x="5314" y="2529"/>
                  <a:pt x="6108" y="3325"/>
                  <a:pt x="6108" y="4302"/>
                </a:cubicBezTo>
                <a:cubicBezTo>
                  <a:pt x="6108" y="5280"/>
                  <a:pt x="5314" y="6076"/>
                  <a:pt x="4336" y="6076"/>
                </a:cubicBezTo>
                <a:cubicBezTo>
                  <a:pt x="3358" y="6076"/>
                  <a:pt x="2564" y="5280"/>
                  <a:pt x="2564" y="4302"/>
                </a:cubicBezTo>
                <a:cubicBezTo>
                  <a:pt x="2564" y="3325"/>
                  <a:pt x="3358" y="2529"/>
                  <a:pt x="4336" y="2529"/>
                </a:cubicBezTo>
                <a:close/>
                <a:moveTo>
                  <a:pt x="3402" y="1"/>
                </a:moveTo>
                <a:lnTo>
                  <a:pt x="3402" y="1392"/>
                </a:lnTo>
                <a:cubicBezTo>
                  <a:pt x="3105" y="1488"/>
                  <a:pt x="2826" y="1628"/>
                  <a:pt x="2577" y="1804"/>
                </a:cubicBezTo>
                <a:lnTo>
                  <a:pt x="1457" y="993"/>
                </a:lnTo>
                <a:lnTo>
                  <a:pt x="358" y="2504"/>
                </a:lnTo>
                <a:lnTo>
                  <a:pt x="1449" y="3297"/>
                </a:lnTo>
                <a:cubicBezTo>
                  <a:pt x="1363" y="3548"/>
                  <a:pt x="1307" y="3813"/>
                  <a:pt x="1288" y="4089"/>
                </a:cubicBezTo>
                <a:lnTo>
                  <a:pt x="1" y="4432"/>
                </a:lnTo>
                <a:lnTo>
                  <a:pt x="484" y="6239"/>
                </a:lnTo>
                <a:lnTo>
                  <a:pt x="1733" y="5903"/>
                </a:lnTo>
                <a:cubicBezTo>
                  <a:pt x="1885" y="6149"/>
                  <a:pt x="2069" y="6370"/>
                  <a:pt x="2278" y="6561"/>
                </a:cubicBezTo>
                <a:lnTo>
                  <a:pt x="1758" y="7730"/>
                </a:lnTo>
                <a:lnTo>
                  <a:pt x="3467" y="8491"/>
                </a:lnTo>
                <a:lnTo>
                  <a:pt x="3979" y="7338"/>
                </a:lnTo>
                <a:cubicBezTo>
                  <a:pt x="4096" y="7352"/>
                  <a:pt x="4215" y="7359"/>
                  <a:pt x="4336" y="7359"/>
                </a:cubicBezTo>
                <a:cubicBezTo>
                  <a:pt x="4513" y="7359"/>
                  <a:pt x="4685" y="7344"/>
                  <a:pt x="4854" y="7315"/>
                </a:cubicBezTo>
                <a:lnTo>
                  <a:pt x="5428" y="8439"/>
                </a:lnTo>
                <a:lnTo>
                  <a:pt x="7093" y="7590"/>
                </a:lnTo>
                <a:lnTo>
                  <a:pt x="6509" y="6448"/>
                </a:lnTo>
                <a:cubicBezTo>
                  <a:pt x="6709" y="6247"/>
                  <a:pt x="6882" y="6017"/>
                  <a:pt x="7020" y="5765"/>
                </a:cubicBezTo>
                <a:lnTo>
                  <a:pt x="8286" y="6034"/>
                </a:lnTo>
                <a:lnTo>
                  <a:pt x="8675" y="4206"/>
                </a:lnTo>
                <a:lnTo>
                  <a:pt x="7369" y="3928"/>
                </a:lnTo>
                <a:cubicBezTo>
                  <a:pt x="7336" y="3655"/>
                  <a:pt x="7267" y="3394"/>
                  <a:pt x="7165" y="3149"/>
                </a:cubicBezTo>
                <a:lnTo>
                  <a:pt x="8217" y="2299"/>
                </a:lnTo>
                <a:lnTo>
                  <a:pt x="7041" y="845"/>
                </a:lnTo>
                <a:lnTo>
                  <a:pt x="5965" y="1718"/>
                </a:lnTo>
                <a:cubicBezTo>
                  <a:pt x="5750" y="1582"/>
                  <a:pt x="5518" y="1472"/>
                  <a:pt x="5270" y="1392"/>
                </a:cubicBezTo>
                <a:lnTo>
                  <a:pt x="52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31">
            <a:extLst>
              <a:ext uri="{FF2B5EF4-FFF2-40B4-BE49-F238E27FC236}">
                <a16:creationId xmlns:a16="http://schemas.microsoft.com/office/drawing/2014/main" id="{B10AFB11-A82A-AEF6-DFD2-4ED57B22D8C5}"/>
              </a:ext>
            </a:extLst>
          </p:cNvPr>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31">
            <a:extLst>
              <a:ext uri="{FF2B5EF4-FFF2-40B4-BE49-F238E27FC236}">
                <a16:creationId xmlns:a16="http://schemas.microsoft.com/office/drawing/2014/main" id="{AFE32ACE-03D8-18CC-6F2B-9B691F77A3D7}"/>
              </a:ext>
            </a:extLst>
          </p:cNvPr>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extBox 2">
            <a:extLst>
              <a:ext uri="{FF2B5EF4-FFF2-40B4-BE49-F238E27FC236}">
                <a16:creationId xmlns:a16="http://schemas.microsoft.com/office/drawing/2014/main" id="{0BEFF8EE-9AD8-AA5C-5316-CD44D69207BC}"/>
              </a:ext>
            </a:extLst>
          </p:cNvPr>
          <p:cNvSpPr txBox="1"/>
          <p:nvPr/>
        </p:nvSpPr>
        <p:spPr>
          <a:xfrm>
            <a:off x="457200" y="1041517"/>
            <a:ext cx="8219209" cy="3285323"/>
          </a:xfrm>
          <a:prstGeom prst="rect">
            <a:avLst/>
          </a:prstGeom>
          <a:noFill/>
        </p:spPr>
        <p:txBody>
          <a:bodyPr wrap="square" rtlCol="0">
            <a:spAutoFit/>
          </a:bodyPr>
          <a:lstStyle/>
          <a:p>
            <a:pPr algn="just">
              <a:lnSpc>
                <a:spcPct val="150000"/>
              </a:lnSpc>
            </a:pPr>
            <a:r>
              <a:rPr lang="en-IN" dirty="0">
                <a:latin typeface="Times New Roman" panose="02020603050405020304" pitchFamily="18" charset="0"/>
                <a:cs typeface="Times New Roman" panose="02020603050405020304" pitchFamily="18" charset="0"/>
              </a:rPr>
              <a:t>The system leverages a dataset containing key features such as IP address, app ID, device type, operating system version, channel ID, click timestamp, attributed download time, and a target label </a:t>
            </a:r>
            <a:r>
              <a:rPr lang="en-IN" dirty="0" err="1">
                <a:latin typeface="Times New Roman" panose="02020603050405020304" pitchFamily="18" charset="0"/>
                <a:cs typeface="Times New Roman" panose="02020603050405020304" pitchFamily="18" charset="0"/>
              </a:rPr>
              <a:t>is_attributed</a:t>
            </a:r>
            <a:r>
              <a:rPr lang="en-IN" dirty="0">
                <a:latin typeface="Times New Roman" panose="02020603050405020304" pitchFamily="18" charset="0"/>
                <a:cs typeface="Times New Roman" panose="02020603050405020304" pitchFamily="18" charset="0"/>
              </a:rPr>
              <a:t> which indicates whether a click resulted in a legitimate app download.</a:t>
            </a:r>
          </a:p>
          <a:p>
            <a:pPr algn="just">
              <a:lnSpc>
                <a:spcPct val="150000"/>
              </a:lnSpc>
            </a:pPr>
            <a:r>
              <a:rPr lang="en-IN" dirty="0">
                <a:latin typeface="Times New Roman" panose="02020603050405020304" pitchFamily="18" charset="0"/>
                <a:cs typeface="Times New Roman" panose="02020603050405020304" pitchFamily="18" charset="0"/>
              </a:rPr>
              <a:t>A wide range of algorithms is employed to ensure robustness and accuracy. Classical machine learning models like Logistic Regression, Decision Tree, Random Forest, K-Nearest </a:t>
            </a:r>
            <a:r>
              <a:rPr lang="en-IN" dirty="0" err="1">
                <a:latin typeface="Times New Roman" panose="02020603050405020304" pitchFamily="18" charset="0"/>
                <a:cs typeface="Times New Roman" panose="02020603050405020304" pitchFamily="18" charset="0"/>
              </a:rPr>
              <a:t>Neighbors</a:t>
            </a:r>
            <a:r>
              <a:rPr lang="en-IN" dirty="0">
                <a:latin typeface="Times New Roman" panose="02020603050405020304" pitchFamily="18" charset="0"/>
                <a:cs typeface="Times New Roman" panose="02020603050405020304" pitchFamily="18" charset="0"/>
              </a:rPr>
              <a:t>, Naive Bayes, SVM, Gradient Boosting, </a:t>
            </a:r>
            <a:r>
              <a:rPr lang="en-IN" dirty="0" err="1">
                <a:latin typeface="Times New Roman" panose="02020603050405020304" pitchFamily="18" charset="0"/>
                <a:cs typeface="Times New Roman" panose="02020603050405020304" pitchFamily="18" charset="0"/>
              </a:rPr>
              <a:t>LightGBM</a:t>
            </a:r>
            <a:r>
              <a:rPr lang="en-IN" dirty="0">
                <a:latin typeface="Times New Roman" panose="02020603050405020304" pitchFamily="18" charset="0"/>
                <a:cs typeface="Times New Roman" panose="02020603050405020304" pitchFamily="18" charset="0"/>
              </a:rPr>
              <a:t>, and </a:t>
            </a:r>
            <a:r>
              <a:rPr lang="en-IN" dirty="0" err="1">
                <a:latin typeface="Times New Roman" panose="02020603050405020304" pitchFamily="18" charset="0"/>
                <a:cs typeface="Times New Roman" panose="02020603050405020304" pitchFamily="18" charset="0"/>
              </a:rPr>
              <a:t>XGBoost</a:t>
            </a:r>
            <a:r>
              <a:rPr lang="en-IN" dirty="0">
                <a:latin typeface="Times New Roman" panose="02020603050405020304" pitchFamily="18" charset="0"/>
                <a:cs typeface="Times New Roman" panose="02020603050405020304" pitchFamily="18" charset="0"/>
              </a:rPr>
              <a:t> are implemented. In parallel, deep learning techniques such as Artificial Neural Networks (ANN), Convolutional Neural Networks (CNN), Recurrent Neural Networks (RNN), Long Short-Term Memory (LSTM), Gated Recurrent Unit (GRU), and Deep Neural Networks (DNN) are trained to capture hidden patterns and sequential </a:t>
            </a:r>
            <a:r>
              <a:rPr lang="en-IN" dirty="0" err="1">
                <a:latin typeface="Times New Roman" panose="02020603050405020304" pitchFamily="18" charset="0"/>
                <a:cs typeface="Times New Roman" panose="02020603050405020304" pitchFamily="18" charset="0"/>
              </a:rPr>
              <a:t>behaviors</a:t>
            </a:r>
            <a:r>
              <a:rPr lang="en-IN" dirty="0">
                <a:latin typeface="Times New Roman" panose="02020603050405020304" pitchFamily="18" charset="0"/>
                <a:cs typeface="Times New Roman" panose="02020603050405020304" pitchFamily="18" charset="0"/>
              </a:rPr>
              <a:t> in the data.</a:t>
            </a:r>
          </a:p>
          <a:p>
            <a:pPr algn="just">
              <a:lnSpc>
                <a:spcPct val="15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030760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3" name="Google Shape;893;p34"/>
          <p:cNvSpPr txBox="1">
            <a:spLocks noGrp="1"/>
          </p:cNvSpPr>
          <p:nvPr>
            <p:ph type="title"/>
          </p:nvPr>
        </p:nvSpPr>
        <p:spPr>
          <a:xfrm>
            <a:off x="2413096" y="147531"/>
            <a:ext cx="4648968" cy="708003"/>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GB" sz="2000" b="1" dirty="0">
                <a:latin typeface="Times New Roman" panose="02020603050405020304" pitchFamily="18" charset="0"/>
                <a:cs typeface="Times New Roman" panose="02020603050405020304" pitchFamily="18" charset="0"/>
              </a:rPr>
              <a:t>ARCHITECTURE</a:t>
            </a:r>
            <a:endParaRPr sz="2000" b="1" dirty="0">
              <a:latin typeface="Times New Roman" panose="02020603050405020304" pitchFamily="18" charset="0"/>
              <a:cs typeface="Times New Roman" panose="02020603050405020304" pitchFamily="18" charset="0"/>
            </a:endParaRPr>
          </a:p>
        </p:txBody>
      </p:sp>
      <p:sp>
        <p:nvSpPr>
          <p:cNvPr id="1147" name="Google Shape;1147;p34"/>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4"/>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 name="Picture 1">
            <a:extLst>
              <a:ext uri="{FF2B5EF4-FFF2-40B4-BE49-F238E27FC236}">
                <a16:creationId xmlns:a16="http://schemas.microsoft.com/office/drawing/2014/main" id="{459547A0-338D-1F90-C22F-58075213EF12}"/>
              </a:ext>
            </a:extLst>
          </p:cNvPr>
          <p:cNvPicPr>
            <a:picLocks noChangeAspect="1"/>
          </p:cNvPicPr>
          <p:nvPr/>
        </p:nvPicPr>
        <p:blipFill>
          <a:blip r:embed="rId3"/>
          <a:stretch>
            <a:fillRect/>
          </a:stretch>
        </p:blipFill>
        <p:spPr>
          <a:xfrm>
            <a:off x="1706245" y="904875"/>
            <a:ext cx="5731510" cy="33337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3" name="Google Shape;893;p34"/>
          <p:cNvSpPr txBox="1">
            <a:spLocks noGrp="1"/>
          </p:cNvSpPr>
          <p:nvPr>
            <p:ph type="title"/>
          </p:nvPr>
        </p:nvSpPr>
        <p:spPr>
          <a:xfrm>
            <a:off x="2275454" y="76290"/>
            <a:ext cx="4648968" cy="708003"/>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GB" sz="2000" b="1" dirty="0">
                <a:latin typeface="Times New Roman" panose="02020603050405020304" pitchFamily="18" charset="0"/>
                <a:cs typeface="Times New Roman" panose="02020603050405020304" pitchFamily="18" charset="0"/>
              </a:rPr>
              <a:t>Existing System</a:t>
            </a:r>
            <a:endParaRPr sz="2000" b="1" dirty="0">
              <a:latin typeface="Times New Roman" panose="02020603050405020304" pitchFamily="18" charset="0"/>
              <a:cs typeface="Times New Roman" panose="02020603050405020304" pitchFamily="18" charset="0"/>
            </a:endParaRPr>
          </a:p>
        </p:txBody>
      </p:sp>
      <p:sp>
        <p:nvSpPr>
          <p:cNvPr id="1147" name="Google Shape;1147;p34"/>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4"/>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extBox 2"/>
          <p:cNvSpPr txBox="1"/>
          <p:nvPr/>
        </p:nvSpPr>
        <p:spPr>
          <a:xfrm>
            <a:off x="599959" y="1101332"/>
            <a:ext cx="7999957" cy="3567772"/>
          </a:xfrm>
          <a:prstGeom prst="rect">
            <a:avLst/>
          </a:prstGeom>
          <a:noFill/>
        </p:spPr>
        <p:txBody>
          <a:bodyPr wrap="square" rtlCol="0">
            <a:spAutoFit/>
          </a:bodyPr>
          <a:lstStyle/>
          <a:p>
            <a:pPr algn="just">
              <a:lnSpc>
                <a:spcPct val="150000"/>
              </a:lnSpc>
            </a:pPr>
            <a:r>
              <a:rPr lang="en-IN" dirty="0">
                <a:latin typeface="Times New Roman" panose="02020603050405020304" pitchFamily="18" charset="0"/>
                <a:cs typeface="Times New Roman" panose="02020603050405020304" pitchFamily="18" charset="0"/>
              </a:rPr>
              <a:t>The existing systems for ad click fraud detection rely on traditional Machine Learning and basic Deep Learning algorithms. Models like </a:t>
            </a:r>
            <a:r>
              <a:rPr lang="en-IN" b="1" dirty="0">
                <a:latin typeface="Times New Roman" panose="02020603050405020304" pitchFamily="18" charset="0"/>
                <a:cs typeface="Times New Roman" panose="02020603050405020304" pitchFamily="18" charset="0"/>
              </a:rPr>
              <a:t>Logistic Regression, Decision Tree, Random Forest, K-Nearest </a:t>
            </a:r>
            <a:r>
              <a:rPr lang="en-IN" b="1" dirty="0" err="1">
                <a:latin typeface="Times New Roman" panose="02020603050405020304" pitchFamily="18" charset="0"/>
                <a:cs typeface="Times New Roman" panose="02020603050405020304" pitchFamily="18" charset="0"/>
              </a:rPr>
              <a:t>Neighbors</a:t>
            </a:r>
            <a:r>
              <a:rPr lang="en-IN" b="1" dirty="0">
                <a:latin typeface="Times New Roman" panose="02020603050405020304" pitchFamily="18" charset="0"/>
                <a:cs typeface="Times New Roman" panose="02020603050405020304" pitchFamily="18" charset="0"/>
              </a:rPr>
              <a:t> (KNN), Naive Bayes</a:t>
            </a:r>
            <a:r>
              <a:rPr lang="en-IN" dirty="0">
                <a:latin typeface="Times New Roman" panose="02020603050405020304" pitchFamily="18" charset="0"/>
                <a:cs typeface="Times New Roman" panose="02020603050405020304" pitchFamily="18" charset="0"/>
              </a:rPr>
              <a:t>, and </a:t>
            </a:r>
            <a:r>
              <a:rPr lang="en-IN" b="1" dirty="0">
                <a:latin typeface="Times New Roman" panose="02020603050405020304" pitchFamily="18" charset="0"/>
                <a:cs typeface="Times New Roman" panose="02020603050405020304" pitchFamily="18" charset="0"/>
              </a:rPr>
              <a:t>Support Vector Machine (SVM)</a:t>
            </a:r>
            <a:r>
              <a:rPr lang="en-IN" dirty="0">
                <a:latin typeface="Times New Roman" panose="02020603050405020304" pitchFamily="18" charset="0"/>
                <a:cs typeface="Times New Roman" panose="02020603050405020304" pitchFamily="18" charset="0"/>
              </a:rPr>
              <a:t> are commonly used due to their simplicity and interpretability. Additionally, advanced techniques such as </a:t>
            </a:r>
            <a:r>
              <a:rPr lang="en-IN" b="1" dirty="0">
                <a:latin typeface="Times New Roman" panose="02020603050405020304" pitchFamily="18" charset="0"/>
                <a:cs typeface="Times New Roman" panose="02020603050405020304" pitchFamily="18" charset="0"/>
              </a:rPr>
              <a:t>Gradient Boosting (GB), </a:t>
            </a:r>
            <a:r>
              <a:rPr lang="en-IN" b="1" dirty="0" err="1">
                <a:latin typeface="Times New Roman" panose="02020603050405020304" pitchFamily="18" charset="0"/>
                <a:cs typeface="Times New Roman" panose="02020603050405020304" pitchFamily="18" charset="0"/>
              </a:rPr>
              <a:t>LightGBM</a:t>
            </a:r>
            <a:r>
              <a:rPr lang="en-IN" dirty="0">
                <a:latin typeface="Times New Roman" panose="02020603050405020304" pitchFamily="18" charset="0"/>
                <a:cs typeface="Times New Roman" panose="02020603050405020304" pitchFamily="18" charset="0"/>
              </a:rPr>
              <a:t>, and </a:t>
            </a:r>
            <a:r>
              <a:rPr lang="en-IN" b="1" dirty="0" err="1">
                <a:latin typeface="Times New Roman" panose="02020603050405020304" pitchFamily="18" charset="0"/>
                <a:cs typeface="Times New Roman" panose="02020603050405020304" pitchFamily="18" charset="0"/>
              </a:rPr>
              <a:t>XGBoost</a:t>
            </a:r>
            <a:r>
              <a:rPr lang="en-IN" dirty="0">
                <a:latin typeface="Times New Roman" panose="02020603050405020304" pitchFamily="18" charset="0"/>
                <a:cs typeface="Times New Roman" panose="02020603050405020304" pitchFamily="18" charset="0"/>
              </a:rPr>
              <a:t> offer improved accuracy through ensemble learning. In the realm of deep learning, </a:t>
            </a:r>
            <a:r>
              <a:rPr lang="en-IN" b="1" dirty="0">
                <a:latin typeface="Times New Roman" panose="02020603050405020304" pitchFamily="18" charset="0"/>
                <a:cs typeface="Times New Roman" panose="02020603050405020304" pitchFamily="18" charset="0"/>
              </a:rPr>
              <a:t>Artificial Neural Networks (ANN), Convolutional Neural Networks (CNN), Deep Neural Networks (DNN), </a:t>
            </a:r>
            <a:r>
              <a:rPr lang="en-IN" dirty="0">
                <a:latin typeface="Times New Roman" panose="02020603050405020304" pitchFamily="18" charset="0"/>
                <a:cs typeface="Times New Roman" panose="02020603050405020304" pitchFamily="18" charset="0"/>
              </a:rPr>
              <a:t>and</a:t>
            </a:r>
            <a:r>
              <a:rPr lang="en-IN" b="1" dirty="0">
                <a:latin typeface="Times New Roman" panose="02020603050405020304" pitchFamily="18" charset="0"/>
                <a:cs typeface="Times New Roman" panose="02020603050405020304" pitchFamily="18" charset="0"/>
              </a:rPr>
              <a:t> Recurrent Neural Networks (RNN)</a:t>
            </a:r>
            <a:r>
              <a:rPr lang="en-IN" dirty="0">
                <a:latin typeface="Times New Roman" panose="02020603050405020304" pitchFamily="18" charset="0"/>
                <a:cs typeface="Times New Roman" panose="02020603050405020304" pitchFamily="18" charset="0"/>
              </a:rPr>
              <a:t> have been explored to capture non-linear and sequential </a:t>
            </a:r>
            <a:r>
              <a:rPr lang="en-IN" dirty="0" err="1">
                <a:latin typeface="Times New Roman" panose="02020603050405020304" pitchFamily="18" charset="0"/>
                <a:cs typeface="Times New Roman" panose="02020603050405020304" pitchFamily="18" charset="0"/>
              </a:rPr>
              <a:t>patterns.While</a:t>
            </a:r>
            <a:r>
              <a:rPr lang="en-IN" dirty="0">
                <a:latin typeface="Times New Roman" panose="02020603050405020304" pitchFamily="18" charset="0"/>
                <a:cs typeface="Times New Roman" panose="02020603050405020304" pitchFamily="18" charset="0"/>
              </a:rPr>
              <a:t> these methods provide reasonable performance, they often operate independently and struggle with complex temporal dependencies or require high tuning efforts. Moreover, they are limited in real-time adaptability and robustness when deployed on dynamic, large-scale advertising platforms.</a:t>
            </a:r>
          </a:p>
          <a:p>
            <a:pPr algn="just">
              <a:lnSpc>
                <a:spcPct val="150000"/>
              </a:lnSpc>
            </a:pPr>
            <a:endParaRPr lang="en-US" sz="1200"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6179659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3" name="Google Shape;893;p34"/>
          <p:cNvSpPr txBox="1">
            <a:spLocks noGrp="1"/>
          </p:cNvSpPr>
          <p:nvPr>
            <p:ph type="title"/>
          </p:nvPr>
        </p:nvSpPr>
        <p:spPr>
          <a:xfrm>
            <a:off x="2275454" y="76290"/>
            <a:ext cx="4648968" cy="708003"/>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GB" sz="2000" b="1" dirty="0">
                <a:latin typeface="Times New Roman" panose="02020603050405020304" pitchFamily="18" charset="0"/>
                <a:cs typeface="Times New Roman" panose="02020603050405020304" pitchFamily="18" charset="0"/>
              </a:rPr>
              <a:t>Existing System</a:t>
            </a:r>
            <a:endParaRPr sz="2000" b="1" dirty="0">
              <a:latin typeface="Times New Roman" panose="02020603050405020304" pitchFamily="18" charset="0"/>
              <a:cs typeface="Times New Roman" panose="02020603050405020304" pitchFamily="18" charset="0"/>
            </a:endParaRPr>
          </a:p>
        </p:txBody>
      </p:sp>
      <p:sp>
        <p:nvSpPr>
          <p:cNvPr id="1147" name="Google Shape;1147;p34"/>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4"/>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extBox 2"/>
          <p:cNvSpPr txBox="1"/>
          <p:nvPr/>
        </p:nvSpPr>
        <p:spPr>
          <a:xfrm>
            <a:off x="655670" y="784293"/>
            <a:ext cx="7999957" cy="2829108"/>
          </a:xfrm>
          <a:prstGeom prst="rect">
            <a:avLst/>
          </a:prstGeom>
          <a:noFill/>
        </p:spPr>
        <p:txBody>
          <a:bodyPr wrap="square" rtlCol="0">
            <a:spAutoFit/>
          </a:bodyPr>
          <a:lstStyle/>
          <a:p>
            <a:pPr algn="just">
              <a:lnSpc>
                <a:spcPct val="150000"/>
              </a:lnSpc>
            </a:pPr>
            <a:r>
              <a:rPr lang="en-IN" b="1" dirty="0">
                <a:latin typeface="Times New Roman" panose="02020603050405020304" pitchFamily="18" charset="0"/>
                <a:cs typeface="Times New Roman" panose="02020603050405020304" pitchFamily="18" charset="0"/>
              </a:rPr>
              <a:t>DISADVANTAGES:</a:t>
            </a:r>
          </a:p>
          <a:p>
            <a:pPr marL="285750" indent="-285750" algn="just">
              <a:lnSpc>
                <a:spcPct val="150000"/>
              </a:lnSpc>
              <a:buFont typeface="Arial" panose="020B0604020202020204" pitchFamily="34" charset="0"/>
              <a:buChar char="•"/>
            </a:pPr>
            <a:endParaRPr lang="en-IN" sz="1600" b="1" dirty="0">
              <a:latin typeface="Times New Roman" panose="02020603050405020304" pitchFamily="18" charset="0"/>
              <a:cs typeface="Times New Roman" panose="02020603050405020304" pitchFamily="18" charset="0"/>
            </a:endParaRP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Inability to capture long-term temporal dependencies (especially in RNN).</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High risk of overfitting on imbalanced data.</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Lower accuracy when applied to noisy or high-dimensional features.</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Difficult to combine strengths of multiple models effectively.</a:t>
            </a: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endParaRPr lang="en-US" sz="1200"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6136346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3" name="Google Shape;893;p34"/>
          <p:cNvSpPr txBox="1">
            <a:spLocks noGrp="1"/>
          </p:cNvSpPr>
          <p:nvPr>
            <p:ph type="title"/>
          </p:nvPr>
        </p:nvSpPr>
        <p:spPr>
          <a:xfrm>
            <a:off x="2246265" y="134784"/>
            <a:ext cx="4648968" cy="708003"/>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GB" sz="2400" b="1" dirty="0">
                <a:latin typeface="Times New Roman" panose="02020603050405020304" pitchFamily="18" charset="0"/>
                <a:cs typeface="Times New Roman" panose="02020603050405020304" pitchFamily="18" charset="0"/>
              </a:rPr>
              <a:t>Proposed System</a:t>
            </a:r>
            <a:endParaRPr sz="2400" b="1" dirty="0">
              <a:latin typeface="Times New Roman" panose="02020603050405020304" pitchFamily="18" charset="0"/>
              <a:cs typeface="Times New Roman" panose="02020603050405020304" pitchFamily="18" charset="0"/>
            </a:endParaRPr>
          </a:p>
        </p:txBody>
      </p:sp>
      <p:sp>
        <p:nvSpPr>
          <p:cNvPr id="1147" name="Google Shape;1147;p34"/>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4"/>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extBox 2"/>
          <p:cNvSpPr txBox="1"/>
          <p:nvPr/>
        </p:nvSpPr>
        <p:spPr>
          <a:xfrm>
            <a:off x="579120" y="1024000"/>
            <a:ext cx="8208630" cy="3567772"/>
          </a:xfrm>
          <a:prstGeom prst="rect">
            <a:avLst/>
          </a:prstGeom>
          <a:noFill/>
        </p:spPr>
        <p:txBody>
          <a:bodyPr wrap="square" rtlCol="0">
            <a:spAutoFit/>
          </a:bodyPr>
          <a:lstStyle/>
          <a:p>
            <a:pPr algn="just">
              <a:lnSpc>
                <a:spcPct val="150000"/>
              </a:lnSpc>
            </a:pPr>
            <a:r>
              <a:rPr lang="en-IN" dirty="0">
                <a:latin typeface="Times New Roman" panose="02020603050405020304" pitchFamily="18" charset="0"/>
                <a:cs typeface="Times New Roman" panose="02020603050405020304" pitchFamily="18" charset="0"/>
              </a:rPr>
              <a:t>To overcome the shortcomings of the existing models, the proposed system incorporates a hybrid approach using Stacking Classifier, LSTM, and GRU networks. The Stacking Classifier strategically combines multiple base learners (both ML and DL) to enhance generalization and predictive power through meta-learning. Simultaneously, Long Short-Term Memory (LSTM) and Gated Recurrent Unit (GRU) architectures are employed to learn sequential dependencies and capture time-based fraud patterns more effectively than standard RNNs. This combination ensures that both static features (like IP, device) and temporal features (like click time) are intelligently </a:t>
            </a:r>
            <a:r>
              <a:rPr lang="en-IN" dirty="0" err="1">
                <a:latin typeface="Times New Roman" panose="02020603050405020304" pitchFamily="18" charset="0"/>
                <a:cs typeface="Times New Roman" panose="02020603050405020304" pitchFamily="18" charset="0"/>
              </a:rPr>
              <a:t>processed.The</a:t>
            </a:r>
            <a:r>
              <a:rPr lang="en-IN" dirty="0">
                <a:latin typeface="Times New Roman" panose="02020603050405020304" pitchFamily="18" charset="0"/>
                <a:cs typeface="Times New Roman" panose="02020603050405020304" pitchFamily="18" charset="0"/>
              </a:rPr>
              <a:t> backend performs model training, cross-validation, and prediction generation, while a Flask-based frontend enables real-time fraud detection through user inputs. The proposed system thus ensures higher accuracy, robustness, and adaptability for detecting complex fraud </a:t>
            </a:r>
            <a:r>
              <a:rPr lang="en-IN" dirty="0" err="1">
                <a:latin typeface="Times New Roman" panose="02020603050405020304" pitchFamily="18" charset="0"/>
                <a:cs typeface="Times New Roman" panose="02020603050405020304" pitchFamily="18" charset="0"/>
              </a:rPr>
              <a:t>behaviors</a:t>
            </a:r>
            <a:r>
              <a:rPr lang="en-IN" dirty="0">
                <a:latin typeface="Times New Roman" panose="02020603050405020304" pitchFamily="18" charset="0"/>
                <a:cs typeface="Times New Roman" panose="02020603050405020304" pitchFamily="18" charset="0"/>
              </a:rPr>
              <a:t> in large-scale ad environments.</a:t>
            </a:r>
          </a:p>
          <a:p>
            <a:pPr algn="just">
              <a:lnSpc>
                <a:spcPct val="150000"/>
              </a:lnSpc>
            </a:pPr>
            <a:endParaRPr lang="en-US" sz="1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513050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91">
          <a:extLst>
            <a:ext uri="{FF2B5EF4-FFF2-40B4-BE49-F238E27FC236}">
              <a16:creationId xmlns:a16="http://schemas.microsoft.com/office/drawing/2014/main" id="{65448D09-A720-7ECE-CDB7-EA8AF38B408A}"/>
            </a:ext>
          </a:extLst>
        </p:cNvPr>
        <p:cNvGrpSpPr/>
        <p:nvPr/>
      </p:nvGrpSpPr>
      <p:grpSpPr>
        <a:xfrm>
          <a:off x="0" y="0"/>
          <a:ext cx="0" cy="0"/>
          <a:chOff x="0" y="0"/>
          <a:chExt cx="0" cy="0"/>
        </a:xfrm>
      </p:grpSpPr>
      <p:sp>
        <p:nvSpPr>
          <p:cNvPr id="893" name="Google Shape;893;p34">
            <a:extLst>
              <a:ext uri="{FF2B5EF4-FFF2-40B4-BE49-F238E27FC236}">
                <a16:creationId xmlns:a16="http://schemas.microsoft.com/office/drawing/2014/main" id="{70921420-858B-0E12-CACD-C0301A02C726}"/>
              </a:ext>
            </a:extLst>
          </p:cNvPr>
          <p:cNvSpPr txBox="1">
            <a:spLocks noGrp="1"/>
          </p:cNvSpPr>
          <p:nvPr>
            <p:ph type="title"/>
          </p:nvPr>
        </p:nvSpPr>
        <p:spPr>
          <a:xfrm>
            <a:off x="2246265" y="134784"/>
            <a:ext cx="4648968" cy="708003"/>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GB" sz="2400" b="1" dirty="0">
                <a:latin typeface="Times New Roman" panose="02020603050405020304" pitchFamily="18" charset="0"/>
                <a:cs typeface="Times New Roman" panose="02020603050405020304" pitchFamily="18" charset="0"/>
              </a:rPr>
              <a:t>Proposed System</a:t>
            </a:r>
            <a:endParaRPr sz="2400" b="1" dirty="0">
              <a:latin typeface="Times New Roman" panose="02020603050405020304" pitchFamily="18" charset="0"/>
              <a:cs typeface="Times New Roman" panose="02020603050405020304" pitchFamily="18" charset="0"/>
            </a:endParaRPr>
          </a:p>
        </p:txBody>
      </p:sp>
      <p:sp>
        <p:nvSpPr>
          <p:cNvPr id="1147" name="Google Shape;1147;p34">
            <a:extLst>
              <a:ext uri="{FF2B5EF4-FFF2-40B4-BE49-F238E27FC236}">
                <a16:creationId xmlns:a16="http://schemas.microsoft.com/office/drawing/2014/main" id="{A58D4F63-6201-F77D-A360-779B9F25930D}"/>
              </a:ext>
            </a:extLst>
          </p:cNvPr>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4">
            <a:extLst>
              <a:ext uri="{FF2B5EF4-FFF2-40B4-BE49-F238E27FC236}">
                <a16:creationId xmlns:a16="http://schemas.microsoft.com/office/drawing/2014/main" id="{5F24E75E-AB3C-035F-5CE7-9629BC62C06D}"/>
              </a:ext>
            </a:extLst>
          </p:cNvPr>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extBox 2">
            <a:extLst>
              <a:ext uri="{FF2B5EF4-FFF2-40B4-BE49-F238E27FC236}">
                <a16:creationId xmlns:a16="http://schemas.microsoft.com/office/drawing/2014/main" id="{B2F2DC05-DD1D-38DD-5932-EF7D2B304910}"/>
              </a:ext>
            </a:extLst>
          </p:cNvPr>
          <p:cNvSpPr txBox="1"/>
          <p:nvPr/>
        </p:nvSpPr>
        <p:spPr>
          <a:xfrm>
            <a:off x="863600" y="1186560"/>
            <a:ext cx="7701280" cy="2552109"/>
          </a:xfrm>
          <a:prstGeom prst="rect">
            <a:avLst/>
          </a:prstGeom>
          <a:noFill/>
        </p:spPr>
        <p:txBody>
          <a:bodyPr wrap="square" rtlCol="0">
            <a:spAutoFit/>
          </a:bodyPr>
          <a:lstStyle/>
          <a:p>
            <a:pPr algn="just">
              <a:lnSpc>
                <a:spcPct val="150000"/>
              </a:lnSpc>
            </a:pPr>
            <a:r>
              <a:rPr lang="en-US" sz="1600" b="1" dirty="0">
                <a:latin typeface="Times New Roman" panose="02020603050405020304" pitchFamily="18" charset="0"/>
                <a:cs typeface="Times New Roman" panose="02020603050405020304" pitchFamily="18" charset="0"/>
              </a:rPr>
              <a:t>Advantages</a:t>
            </a:r>
            <a:endParaRPr lang="en-US" sz="1200" b="1" dirty="0">
              <a:latin typeface="Times New Roman" panose="02020603050405020304" pitchFamily="18" charset="0"/>
              <a:cs typeface="Times New Roman" panose="02020603050405020304" pitchFamily="18" charset="0"/>
            </a:endParaRP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Captures complex temporal </a:t>
            </a:r>
            <a:r>
              <a:rPr lang="en-IN" sz="1600" dirty="0" err="1">
                <a:latin typeface="Times New Roman" panose="02020603050405020304" pitchFamily="18" charset="0"/>
                <a:cs typeface="Times New Roman" panose="02020603050405020304" pitchFamily="18" charset="0"/>
              </a:rPr>
              <a:t>behavior</a:t>
            </a:r>
            <a:r>
              <a:rPr lang="en-IN" sz="1600" dirty="0">
                <a:latin typeface="Times New Roman" panose="02020603050405020304" pitchFamily="18" charset="0"/>
                <a:cs typeface="Times New Roman" panose="02020603050405020304" pitchFamily="18" charset="0"/>
              </a:rPr>
              <a:t> using LSTM and GRU.</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Improves overall prediction accuracy with stacked ensemble learning.</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Reduces overfitting through model diversity and regularization.</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Adapts well to evolving fraud patterns and large datasets.</a:t>
            </a:r>
          </a:p>
          <a:p>
            <a:pPr marL="285750" lvl="0" indent="-285750">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Supports real-time predictions via an intuitive web interface.</a:t>
            </a:r>
          </a:p>
          <a:p>
            <a:pPr algn="just">
              <a:lnSpc>
                <a:spcPct val="150000"/>
              </a:lnSpc>
            </a:pPr>
            <a:endParaRPr lang="en-US" sz="1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6197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1148" name="Google Shape;1148;p34"/>
          <p:cNvSpPr/>
          <p:nvPr/>
        </p:nvSpPr>
        <p:spPr>
          <a:xfrm flipH="1">
            <a:off x="356250" y="3389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34"/>
          <p:cNvSpPr txBox="1">
            <a:spLocks noGrp="1"/>
          </p:cNvSpPr>
          <p:nvPr>
            <p:ph type="title"/>
          </p:nvPr>
        </p:nvSpPr>
        <p:spPr>
          <a:xfrm>
            <a:off x="-447774" y="214383"/>
            <a:ext cx="4648968" cy="708003"/>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GB" sz="2400" b="1" dirty="0">
                <a:latin typeface="Times New Roman" panose="02020603050405020304" pitchFamily="18" charset="0"/>
                <a:cs typeface="Times New Roman" panose="02020603050405020304" pitchFamily="18" charset="0"/>
              </a:rPr>
              <a:t>Project Flow</a:t>
            </a:r>
            <a:endParaRPr sz="2400" b="1" dirty="0">
              <a:latin typeface="Times New Roman" panose="02020603050405020304" pitchFamily="18" charset="0"/>
              <a:cs typeface="Times New Roman" panose="02020603050405020304" pitchFamily="18" charset="0"/>
            </a:endParaRPr>
          </a:p>
        </p:txBody>
      </p:sp>
      <p:sp>
        <p:nvSpPr>
          <p:cNvPr id="1147" name="Google Shape;1147;p34"/>
          <p:cNvSpPr/>
          <p:nvPr/>
        </p:nvSpPr>
        <p:spPr>
          <a:xfrm rot="10800000" flipH="1">
            <a:off x="7498425" y="4124089"/>
            <a:ext cx="1289335" cy="685011"/>
          </a:xfrm>
          <a:custGeom>
            <a:avLst/>
            <a:gdLst/>
            <a:ahLst/>
            <a:cxnLst/>
            <a:rect l="l" t="t" r="r" b="b"/>
            <a:pathLst>
              <a:path w="30174" h="16049" extrusionOk="0">
                <a:moveTo>
                  <a:pt x="1" y="1"/>
                </a:moveTo>
                <a:cubicBezTo>
                  <a:pt x="7986" y="12278"/>
                  <a:pt x="19203" y="16049"/>
                  <a:pt x="28402" y="16049"/>
                </a:cubicBezTo>
                <a:cubicBezTo>
                  <a:pt x="29002" y="16049"/>
                  <a:pt x="29593" y="16033"/>
                  <a:pt x="30174" y="16002"/>
                </a:cubicBezTo>
                <a:lnTo>
                  <a:pt x="30174" y="2248"/>
                </a:lnTo>
                <a:cubicBezTo>
                  <a:pt x="30174" y="1007"/>
                  <a:pt x="29168" y="1"/>
                  <a:pt x="279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 name="Picture 2">
            <a:extLst>
              <a:ext uri="{FF2B5EF4-FFF2-40B4-BE49-F238E27FC236}">
                <a16:creationId xmlns:a16="http://schemas.microsoft.com/office/drawing/2014/main" id="{1F7C8318-2E9A-0F6D-885D-DA42BBF6119A}"/>
              </a:ext>
            </a:extLst>
          </p:cNvPr>
          <p:cNvPicPr>
            <a:picLocks noChangeAspect="1"/>
          </p:cNvPicPr>
          <p:nvPr/>
        </p:nvPicPr>
        <p:blipFill>
          <a:blip r:embed="rId3"/>
          <a:stretch>
            <a:fillRect/>
          </a:stretch>
        </p:blipFill>
        <p:spPr>
          <a:xfrm>
            <a:off x="4242179" y="621188"/>
            <a:ext cx="4190365" cy="3901123"/>
          </a:xfrm>
          <a:prstGeom prst="rect">
            <a:avLst/>
          </a:prstGeom>
        </p:spPr>
      </p:pic>
    </p:spTree>
    <p:extLst>
      <p:ext uri="{BB962C8B-B14F-4D97-AF65-F5344CB8AC3E}">
        <p14:creationId xmlns:p14="http://schemas.microsoft.com/office/powerpoint/2010/main" val="5569437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64"/>
        <p:cNvGrpSpPr/>
        <p:nvPr/>
      </p:nvGrpSpPr>
      <p:grpSpPr>
        <a:xfrm>
          <a:off x="0" y="0"/>
          <a:ext cx="0" cy="0"/>
          <a:chOff x="0" y="0"/>
          <a:chExt cx="0" cy="0"/>
        </a:xfrm>
      </p:grpSpPr>
      <p:sp>
        <p:nvSpPr>
          <p:cNvPr id="865" name="Google Shape;865;p32"/>
          <p:cNvSpPr txBox="1">
            <a:spLocks noGrp="1"/>
          </p:cNvSpPr>
          <p:nvPr>
            <p:ph type="title"/>
          </p:nvPr>
        </p:nvSpPr>
        <p:spPr>
          <a:prstGeom prst="rect">
            <a:avLst/>
          </a:prstGeom>
          <a:ln>
            <a:noFill/>
          </a:ln>
        </p:spPr>
        <p:txBody>
          <a:bodyPr spcFirstLastPara="1" wrap="square" lIns="91425" tIns="91425" rIns="91425" bIns="91425" anchor="t" anchorCtr="0">
            <a:noAutofit/>
          </a:bodyPr>
          <a:lstStyle/>
          <a:p>
            <a:pPr>
              <a:lnSpc>
                <a:spcPct val="150000"/>
              </a:lnSpc>
            </a:pPr>
            <a:r>
              <a:rPr lang="en-US" sz="2400" b="1" dirty="0">
                <a:latin typeface="Times New Roman" panose="02020603050405020304" pitchFamily="18" charset="0"/>
                <a:cs typeface="Times New Roman" panose="02020603050405020304" pitchFamily="18" charset="0"/>
              </a:rPr>
              <a:t>Resource Requirements</a:t>
            </a:r>
          </a:p>
        </p:txBody>
      </p:sp>
      <p:sp>
        <p:nvSpPr>
          <p:cNvPr id="866" name="Google Shape;866;p32"/>
          <p:cNvSpPr/>
          <p:nvPr/>
        </p:nvSpPr>
        <p:spPr>
          <a:xfrm>
            <a:off x="3546888" y="1470450"/>
            <a:ext cx="764400" cy="764400"/>
          </a:xfrm>
          <a:prstGeom prst="ellipse">
            <a:avLst/>
          </a:prstGeom>
          <a:solidFill>
            <a:schemeClr val="accent5">
              <a:lumMod val="20000"/>
              <a:lumOff val="80000"/>
            </a:schemeClr>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dirty="0">
                <a:latin typeface="Poppins Black" panose="00000800000000000000"/>
                <a:ea typeface="Poppins Black" panose="00000800000000000000"/>
                <a:cs typeface="Poppins Black" panose="00000800000000000000"/>
                <a:sym typeface="Poppins Black" panose="00000800000000000000"/>
              </a:rPr>
              <a:t>01</a:t>
            </a:r>
            <a:endParaRPr sz="2000" dirty="0">
              <a:latin typeface="Poppins Black" panose="00000800000000000000"/>
              <a:ea typeface="Poppins Black" panose="00000800000000000000"/>
              <a:cs typeface="Poppins Black" panose="00000800000000000000"/>
              <a:sym typeface="Poppins Black" panose="00000800000000000000"/>
            </a:endParaRPr>
          </a:p>
        </p:txBody>
      </p:sp>
      <p:sp>
        <p:nvSpPr>
          <p:cNvPr id="867" name="Google Shape;867;p32"/>
          <p:cNvSpPr txBox="1"/>
          <p:nvPr/>
        </p:nvSpPr>
        <p:spPr>
          <a:xfrm>
            <a:off x="4463688" y="1452975"/>
            <a:ext cx="3423600" cy="5205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GB" sz="1800" dirty="0">
                <a:solidFill>
                  <a:schemeClr val="dk1"/>
                </a:solidFill>
                <a:latin typeface="Poppins Black" panose="00000800000000000000"/>
                <a:ea typeface="Poppins Black" panose="00000800000000000000"/>
                <a:cs typeface="Poppins Black" panose="00000800000000000000"/>
                <a:sym typeface="Poppins Black" panose="00000800000000000000"/>
              </a:rPr>
              <a:t>Hardware</a:t>
            </a:r>
            <a:endParaRPr sz="1800" dirty="0">
              <a:solidFill>
                <a:schemeClr val="dk1"/>
              </a:solidFill>
              <a:latin typeface="Poppins Black" panose="00000800000000000000"/>
              <a:ea typeface="Poppins Black" panose="00000800000000000000"/>
              <a:cs typeface="Poppins Black" panose="00000800000000000000"/>
              <a:sym typeface="Poppins Black" panose="00000800000000000000"/>
            </a:endParaRPr>
          </a:p>
        </p:txBody>
      </p:sp>
      <p:sp>
        <p:nvSpPr>
          <p:cNvPr id="868" name="Google Shape;868;p32"/>
          <p:cNvSpPr txBox="1"/>
          <p:nvPr/>
        </p:nvSpPr>
        <p:spPr>
          <a:xfrm>
            <a:off x="4463688" y="1821075"/>
            <a:ext cx="3423600" cy="384900"/>
          </a:xfrm>
          <a:prstGeom prst="rect">
            <a:avLst/>
          </a:prstGeom>
          <a:noFill/>
          <a:ln>
            <a:noFill/>
          </a:ln>
        </p:spPr>
        <p:txBody>
          <a:bodyPr spcFirstLastPara="1" wrap="square" lIns="91425" tIns="91425" rIns="91425" bIns="91425" anchor="t" anchorCtr="0">
            <a:noAutofit/>
          </a:bodyPr>
          <a:lstStyle/>
          <a:p>
            <a:pPr lvl="0"/>
            <a:r>
              <a:rPr lang="en-GB" sz="800" b="1"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(Processor: </a:t>
            </a:r>
            <a:r>
              <a:rPr lang="en-US" sz="800" dirty="0">
                <a:latin typeface="Times New Roman" panose="02020603050405020304" pitchFamily="18" charset="0"/>
                <a:cs typeface="Times New Roman" panose="02020603050405020304" pitchFamily="18" charset="0"/>
              </a:rPr>
              <a:t>I5/Intel Processor, </a:t>
            </a:r>
            <a:r>
              <a:rPr lang="en-IN" sz="800" b="1" dirty="0">
                <a:latin typeface="Times New Roman" panose="02020603050405020304" pitchFamily="18" charset="0"/>
                <a:cs typeface="Times New Roman" panose="02020603050405020304" pitchFamily="18" charset="0"/>
              </a:rPr>
              <a:t>RAM:</a:t>
            </a:r>
            <a:r>
              <a:rPr lang="en-IN" sz="800" dirty="0">
                <a:latin typeface="Times New Roman" panose="02020603050405020304" pitchFamily="18" charset="0"/>
                <a:cs typeface="Times New Roman" panose="02020603050405020304" pitchFamily="18" charset="0"/>
              </a:rPr>
              <a:t> 8GB (min), </a:t>
            </a:r>
            <a:r>
              <a:rPr lang="en-IN" sz="800" b="1" dirty="0">
                <a:latin typeface="Times New Roman" panose="02020603050405020304" pitchFamily="18" charset="0"/>
                <a:cs typeface="Times New Roman" panose="02020603050405020304" pitchFamily="18" charset="0"/>
              </a:rPr>
              <a:t>Hard Disk: </a:t>
            </a:r>
            <a:r>
              <a:rPr lang="en-IN" sz="800" dirty="0">
                <a:latin typeface="Times New Roman" panose="02020603050405020304" pitchFamily="18" charset="0"/>
                <a:cs typeface="Times New Roman" panose="02020603050405020304" pitchFamily="18" charset="0"/>
              </a:rPr>
              <a:t>128 GB</a:t>
            </a:r>
            <a:r>
              <a:rPr lang="en-IN" sz="800" b="1" dirty="0">
                <a:latin typeface="Times New Roman" panose="02020603050405020304" pitchFamily="18" charset="0"/>
                <a:cs typeface="Times New Roman" panose="02020603050405020304" pitchFamily="18" charset="0"/>
              </a:rPr>
              <a:t>, Key Board:</a:t>
            </a:r>
            <a:r>
              <a:rPr lang="en-IN" sz="800" dirty="0">
                <a:latin typeface="Times New Roman" panose="02020603050405020304" pitchFamily="18" charset="0"/>
                <a:cs typeface="Times New Roman" panose="02020603050405020304" pitchFamily="18" charset="0"/>
              </a:rPr>
              <a:t> Standard Windows Keyboard, </a:t>
            </a:r>
            <a:r>
              <a:rPr lang="en-IN" sz="800" b="1" dirty="0">
                <a:latin typeface="Times New Roman" panose="02020603050405020304" pitchFamily="18" charset="0"/>
                <a:cs typeface="Times New Roman" panose="02020603050405020304" pitchFamily="18" charset="0"/>
              </a:rPr>
              <a:t>Mouse:</a:t>
            </a:r>
            <a:r>
              <a:rPr lang="en-IN" sz="800" dirty="0">
                <a:latin typeface="Times New Roman" panose="02020603050405020304" pitchFamily="18" charset="0"/>
                <a:cs typeface="Times New Roman" panose="02020603050405020304" pitchFamily="18" charset="0"/>
              </a:rPr>
              <a:t> Two or Three Button Mouse)</a:t>
            </a:r>
          </a:p>
          <a:p>
            <a:pPr marL="0" lvl="0" indent="0" algn="l" rtl="0">
              <a:lnSpc>
                <a:spcPct val="115000"/>
              </a:lnSpc>
              <a:spcBef>
                <a:spcPts val="0"/>
              </a:spcBef>
              <a:spcAft>
                <a:spcPts val="0"/>
              </a:spcAft>
              <a:buNone/>
            </a:pPr>
            <a:endParaRPr sz="800"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869" name="Google Shape;869;p32"/>
          <p:cNvSpPr txBox="1"/>
          <p:nvPr/>
        </p:nvSpPr>
        <p:spPr>
          <a:xfrm>
            <a:off x="1133061" y="2369225"/>
            <a:ext cx="1570852" cy="883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GB" sz="2000" dirty="0">
                <a:solidFill>
                  <a:schemeClr val="dk1"/>
                </a:solidFill>
                <a:latin typeface="Poppins Black" panose="00000800000000000000"/>
                <a:ea typeface="Poppins Black" panose="00000800000000000000"/>
                <a:cs typeface="Poppins Black" panose="00000800000000000000"/>
                <a:sym typeface="Poppins Black" panose="00000800000000000000"/>
              </a:rPr>
              <a:t>Resources</a:t>
            </a:r>
            <a:endParaRPr sz="2000" dirty="0">
              <a:solidFill>
                <a:schemeClr val="dk1"/>
              </a:solidFill>
              <a:latin typeface="Poppins Black" panose="00000800000000000000"/>
              <a:ea typeface="Poppins Black" panose="00000800000000000000"/>
              <a:cs typeface="Poppins Black" panose="00000800000000000000"/>
              <a:sym typeface="Poppins Black" panose="00000800000000000000"/>
            </a:endParaRPr>
          </a:p>
        </p:txBody>
      </p:sp>
      <p:sp>
        <p:nvSpPr>
          <p:cNvPr id="870" name="Google Shape;870;p32"/>
          <p:cNvSpPr/>
          <p:nvPr/>
        </p:nvSpPr>
        <p:spPr>
          <a:xfrm>
            <a:off x="3546888" y="2428925"/>
            <a:ext cx="764400" cy="764400"/>
          </a:xfrm>
          <a:prstGeom prst="ellipse">
            <a:avLst/>
          </a:prstGeom>
          <a:solidFill>
            <a:schemeClr val="accent5">
              <a:lumMod val="20000"/>
              <a:lumOff val="80000"/>
            </a:schemeClr>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dirty="0">
                <a:latin typeface="Poppins Black" panose="00000800000000000000"/>
                <a:ea typeface="Poppins Black" panose="00000800000000000000"/>
                <a:cs typeface="Poppins Black" panose="00000800000000000000"/>
                <a:sym typeface="Poppins Black" panose="00000800000000000000"/>
              </a:rPr>
              <a:t>02</a:t>
            </a:r>
            <a:endParaRPr sz="2000" dirty="0">
              <a:latin typeface="Poppins Black" panose="00000800000000000000"/>
              <a:ea typeface="Poppins Black" panose="00000800000000000000"/>
              <a:cs typeface="Poppins Black" panose="00000800000000000000"/>
              <a:sym typeface="Poppins Black" panose="00000800000000000000"/>
            </a:endParaRPr>
          </a:p>
        </p:txBody>
      </p:sp>
      <p:sp>
        <p:nvSpPr>
          <p:cNvPr id="871" name="Google Shape;871;p32"/>
          <p:cNvSpPr txBox="1"/>
          <p:nvPr/>
        </p:nvSpPr>
        <p:spPr>
          <a:xfrm>
            <a:off x="4463688" y="2411450"/>
            <a:ext cx="3423600" cy="5205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GB" sz="1800" dirty="0">
                <a:solidFill>
                  <a:schemeClr val="dk1"/>
                </a:solidFill>
                <a:latin typeface="Poppins Black" panose="00000800000000000000"/>
                <a:ea typeface="Poppins Black" panose="00000800000000000000"/>
                <a:cs typeface="Poppins Black" panose="00000800000000000000"/>
                <a:sym typeface="Poppins Black" panose="00000800000000000000"/>
              </a:rPr>
              <a:t>Software</a:t>
            </a:r>
            <a:endParaRPr sz="1800" dirty="0">
              <a:solidFill>
                <a:schemeClr val="dk1"/>
              </a:solidFill>
              <a:latin typeface="Poppins Black" panose="00000800000000000000"/>
              <a:ea typeface="Poppins Black" panose="00000800000000000000"/>
              <a:cs typeface="Poppins Black" panose="00000800000000000000"/>
              <a:sym typeface="Poppins Black" panose="00000800000000000000"/>
            </a:endParaRPr>
          </a:p>
        </p:txBody>
      </p:sp>
      <p:sp>
        <p:nvSpPr>
          <p:cNvPr id="872" name="Google Shape;872;p32"/>
          <p:cNvSpPr txBox="1"/>
          <p:nvPr/>
        </p:nvSpPr>
        <p:spPr>
          <a:xfrm>
            <a:off x="4463688" y="2779550"/>
            <a:ext cx="3423600" cy="384900"/>
          </a:xfrm>
          <a:prstGeom prst="rect">
            <a:avLst/>
          </a:prstGeom>
          <a:noFill/>
          <a:ln>
            <a:noFill/>
          </a:ln>
        </p:spPr>
        <p:txBody>
          <a:bodyPr spcFirstLastPara="1" wrap="square" lIns="91425" tIns="91425" rIns="91425" bIns="91425" anchor="t" anchorCtr="0">
            <a:noAutofit/>
          </a:bodyPr>
          <a:lstStyle/>
          <a:p>
            <a:pPr lvl="0"/>
            <a:r>
              <a:rPr lang="en-US" sz="800" dirty="0">
                <a:latin typeface="Times New Roman" panose="02020603050405020304" pitchFamily="18" charset="0"/>
                <a:cs typeface="Times New Roman" panose="02020603050405020304" pitchFamily="18" charset="0"/>
              </a:rPr>
              <a:t>(</a:t>
            </a:r>
            <a:r>
              <a:rPr lang="en-US" sz="800" b="1" dirty="0">
                <a:latin typeface="Times New Roman" panose="02020603050405020304" pitchFamily="18" charset="0"/>
                <a:cs typeface="Times New Roman" panose="02020603050405020304" pitchFamily="18" charset="0"/>
              </a:rPr>
              <a:t>Operating System: </a:t>
            </a:r>
            <a:r>
              <a:rPr lang="en-US" sz="800" dirty="0">
                <a:latin typeface="Times New Roman" panose="02020603050405020304" pitchFamily="18" charset="0"/>
                <a:cs typeface="Times New Roman" panose="02020603050405020304" pitchFamily="18" charset="0"/>
              </a:rPr>
              <a:t>Windows 10, </a:t>
            </a:r>
            <a:r>
              <a:rPr lang="en-US" sz="800" b="1" dirty="0">
                <a:latin typeface="Times New Roman" panose="02020603050405020304" pitchFamily="18" charset="0"/>
                <a:cs typeface="Times New Roman" panose="02020603050405020304" pitchFamily="18" charset="0"/>
              </a:rPr>
              <a:t>Programming Language: </a:t>
            </a:r>
            <a:r>
              <a:rPr lang="en-US" sz="800" dirty="0">
                <a:latin typeface="Times New Roman" panose="02020603050405020304" pitchFamily="18" charset="0"/>
                <a:cs typeface="Times New Roman" panose="02020603050405020304" pitchFamily="18" charset="0"/>
              </a:rPr>
              <a:t>Python 3.10.8, </a:t>
            </a:r>
            <a:r>
              <a:rPr lang="en-US" sz="800" b="1" dirty="0">
                <a:latin typeface="Times New Roman" panose="02020603050405020304" pitchFamily="18" charset="0"/>
                <a:cs typeface="Times New Roman" panose="02020603050405020304" pitchFamily="18" charset="0"/>
              </a:rPr>
              <a:t>IDE: </a:t>
            </a:r>
            <a:r>
              <a:rPr lang="en-US" sz="800" dirty="0">
                <a:latin typeface="Times New Roman" panose="02020603050405020304" pitchFamily="18" charset="0"/>
                <a:cs typeface="Times New Roman" panose="02020603050405020304" pitchFamily="18" charset="0"/>
              </a:rPr>
              <a:t>VS Code)</a:t>
            </a:r>
            <a:endParaRPr lang="en-IN" sz="800" dirty="0">
              <a:latin typeface="Times New Roman" panose="02020603050405020304" pitchFamily="18" charset="0"/>
              <a:cs typeface="Times New Roman" panose="02020603050405020304" pitchFamily="18" charset="0"/>
            </a:endParaRPr>
          </a:p>
        </p:txBody>
      </p:sp>
      <p:sp>
        <p:nvSpPr>
          <p:cNvPr id="873" name="Google Shape;873;p32"/>
          <p:cNvSpPr/>
          <p:nvPr/>
        </p:nvSpPr>
        <p:spPr>
          <a:xfrm>
            <a:off x="3546888" y="3387400"/>
            <a:ext cx="764400" cy="764400"/>
          </a:xfrm>
          <a:prstGeom prst="ellipse">
            <a:avLst/>
          </a:prstGeom>
          <a:solidFill>
            <a:schemeClr val="accent5">
              <a:lumMod val="20000"/>
              <a:lumOff val="80000"/>
            </a:schemeClr>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dirty="0">
                <a:latin typeface="Poppins Black" panose="00000800000000000000"/>
                <a:ea typeface="Poppins Black" panose="00000800000000000000"/>
                <a:cs typeface="Poppins Black" panose="00000800000000000000"/>
                <a:sym typeface="Poppins Black" panose="00000800000000000000"/>
              </a:rPr>
              <a:t>03</a:t>
            </a:r>
            <a:endParaRPr sz="2000" dirty="0">
              <a:latin typeface="Poppins Black" panose="00000800000000000000"/>
              <a:ea typeface="Poppins Black" panose="00000800000000000000"/>
              <a:cs typeface="Poppins Black" panose="00000800000000000000"/>
              <a:sym typeface="Poppins Black" panose="00000800000000000000"/>
            </a:endParaRPr>
          </a:p>
        </p:txBody>
      </p:sp>
      <p:sp>
        <p:nvSpPr>
          <p:cNvPr id="874" name="Google Shape;874;p32"/>
          <p:cNvSpPr txBox="1"/>
          <p:nvPr/>
        </p:nvSpPr>
        <p:spPr>
          <a:xfrm>
            <a:off x="4463688" y="3369925"/>
            <a:ext cx="3423600" cy="5205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US" sz="1800" dirty="0">
                <a:solidFill>
                  <a:schemeClr val="dk1"/>
                </a:solidFill>
                <a:latin typeface="Poppins Black" panose="00000800000000000000"/>
                <a:ea typeface="Poppins Black" panose="00000800000000000000"/>
                <a:cs typeface="Poppins Black" panose="00000800000000000000"/>
                <a:sym typeface="Poppins Black" panose="00000800000000000000"/>
              </a:rPr>
              <a:t>Packages/Libraries</a:t>
            </a:r>
            <a:endParaRPr sz="1800" dirty="0">
              <a:solidFill>
                <a:schemeClr val="dk1"/>
              </a:solidFill>
              <a:latin typeface="Poppins Black" panose="00000800000000000000"/>
              <a:ea typeface="Poppins Black" panose="00000800000000000000"/>
              <a:cs typeface="Poppins Black" panose="00000800000000000000"/>
              <a:sym typeface="Poppins Black" panose="00000800000000000000"/>
            </a:endParaRPr>
          </a:p>
        </p:txBody>
      </p:sp>
      <p:sp>
        <p:nvSpPr>
          <p:cNvPr id="875" name="Google Shape;875;p32"/>
          <p:cNvSpPr txBox="1"/>
          <p:nvPr/>
        </p:nvSpPr>
        <p:spPr>
          <a:xfrm>
            <a:off x="4463688" y="3750634"/>
            <a:ext cx="3766500" cy="384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800"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(Python, Flask, pandas, </a:t>
            </a:r>
            <a:r>
              <a:rPr lang="en-US" sz="800" dirty="0" err="1">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numpy</a:t>
            </a:r>
            <a:r>
              <a:rPr lang="en-US" sz="800"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 scikit-learn, </a:t>
            </a:r>
            <a:r>
              <a:rPr lang="en-US" sz="800" dirty="0" err="1">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Mysql,tensorflow</a:t>
            </a:r>
            <a:endParaRPr sz="800"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876" name="Google Shape;876;p32"/>
          <p:cNvSpPr/>
          <p:nvPr/>
        </p:nvSpPr>
        <p:spPr>
          <a:xfrm>
            <a:off x="715093" y="3981068"/>
            <a:ext cx="267655" cy="261999"/>
          </a:xfrm>
          <a:custGeom>
            <a:avLst/>
            <a:gdLst/>
            <a:ahLst/>
            <a:cxnLst/>
            <a:rect l="l" t="t" r="r" b="b"/>
            <a:pathLst>
              <a:path w="8676" h="8492" extrusionOk="0">
                <a:moveTo>
                  <a:pt x="4336" y="2529"/>
                </a:moveTo>
                <a:cubicBezTo>
                  <a:pt x="5314" y="2529"/>
                  <a:pt x="6108" y="3325"/>
                  <a:pt x="6108" y="4302"/>
                </a:cubicBezTo>
                <a:cubicBezTo>
                  <a:pt x="6108" y="5280"/>
                  <a:pt x="5314" y="6076"/>
                  <a:pt x="4336" y="6076"/>
                </a:cubicBezTo>
                <a:cubicBezTo>
                  <a:pt x="3358" y="6076"/>
                  <a:pt x="2564" y="5280"/>
                  <a:pt x="2564" y="4302"/>
                </a:cubicBezTo>
                <a:cubicBezTo>
                  <a:pt x="2564" y="3325"/>
                  <a:pt x="3358" y="2529"/>
                  <a:pt x="4336" y="2529"/>
                </a:cubicBezTo>
                <a:close/>
                <a:moveTo>
                  <a:pt x="3402" y="1"/>
                </a:moveTo>
                <a:lnTo>
                  <a:pt x="3402" y="1392"/>
                </a:lnTo>
                <a:cubicBezTo>
                  <a:pt x="3105" y="1488"/>
                  <a:pt x="2826" y="1628"/>
                  <a:pt x="2577" y="1804"/>
                </a:cubicBezTo>
                <a:lnTo>
                  <a:pt x="1457" y="993"/>
                </a:lnTo>
                <a:lnTo>
                  <a:pt x="358" y="2504"/>
                </a:lnTo>
                <a:lnTo>
                  <a:pt x="1449" y="3297"/>
                </a:lnTo>
                <a:cubicBezTo>
                  <a:pt x="1363" y="3548"/>
                  <a:pt x="1307" y="3813"/>
                  <a:pt x="1288" y="4089"/>
                </a:cubicBezTo>
                <a:lnTo>
                  <a:pt x="1" y="4432"/>
                </a:lnTo>
                <a:lnTo>
                  <a:pt x="484" y="6239"/>
                </a:lnTo>
                <a:lnTo>
                  <a:pt x="1733" y="5903"/>
                </a:lnTo>
                <a:cubicBezTo>
                  <a:pt x="1885" y="6149"/>
                  <a:pt x="2069" y="6370"/>
                  <a:pt x="2278" y="6561"/>
                </a:cubicBezTo>
                <a:lnTo>
                  <a:pt x="1758" y="7730"/>
                </a:lnTo>
                <a:lnTo>
                  <a:pt x="3467" y="8491"/>
                </a:lnTo>
                <a:lnTo>
                  <a:pt x="3979" y="7338"/>
                </a:lnTo>
                <a:cubicBezTo>
                  <a:pt x="4096" y="7352"/>
                  <a:pt x="4215" y="7359"/>
                  <a:pt x="4336" y="7359"/>
                </a:cubicBezTo>
                <a:cubicBezTo>
                  <a:pt x="4513" y="7359"/>
                  <a:pt x="4685" y="7344"/>
                  <a:pt x="4854" y="7315"/>
                </a:cubicBezTo>
                <a:lnTo>
                  <a:pt x="5428" y="8439"/>
                </a:lnTo>
                <a:lnTo>
                  <a:pt x="7093" y="7590"/>
                </a:lnTo>
                <a:lnTo>
                  <a:pt x="6509" y="6448"/>
                </a:lnTo>
                <a:cubicBezTo>
                  <a:pt x="6709" y="6247"/>
                  <a:pt x="6882" y="6017"/>
                  <a:pt x="7020" y="5765"/>
                </a:cubicBezTo>
                <a:lnTo>
                  <a:pt x="8286" y="6034"/>
                </a:lnTo>
                <a:lnTo>
                  <a:pt x="8675" y="4206"/>
                </a:lnTo>
                <a:lnTo>
                  <a:pt x="7369" y="3928"/>
                </a:lnTo>
                <a:cubicBezTo>
                  <a:pt x="7336" y="3655"/>
                  <a:pt x="7267" y="3394"/>
                  <a:pt x="7165" y="3149"/>
                </a:cubicBezTo>
                <a:lnTo>
                  <a:pt x="8217" y="2299"/>
                </a:lnTo>
                <a:lnTo>
                  <a:pt x="7041" y="845"/>
                </a:lnTo>
                <a:lnTo>
                  <a:pt x="5965" y="1718"/>
                </a:lnTo>
                <a:cubicBezTo>
                  <a:pt x="5750" y="1582"/>
                  <a:pt x="5518" y="1472"/>
                  <a:pt x="5270" y="1392"/>
                </a:cubicBezTo>
                <a:lnTo>
                  <a:pt x="52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78" name="Google Shape;878;p32"/>
          <p:cNvCxnSpPr>
            <a:stCxn id="869" idx="3"/>
            <a:endCxn id="866" idx="2"/>
          </p:cNvCxnSpPr>
          <p:nvPr/>
        </p:nvCxnSpPr>
        <p:spPr>
          <a:xfrm flipV="1">
            <a:off x="2703913" y="1852650"/>
            <a:ext cx="842975" cy="958475"/>
          </a:xfrm>
          <a:prstGeom prst="curvedConnector3">
            <a:avLst>
              <a:gd name="adj1" fmla="val 50000"/>
            </a:avLst>
          </a:prstGeom>
          <a:noFill/>
          <a:ln w="19050" cap="flat" cmpd="sng">
            <a:solidFill>
              <a:schemeClr val="accent4"/>
            </a:solidFill>
            <a:prstDash val="dot"/>
            <a:round/>
            <a:headEnd type="none" w="med" len="med"/>
            <a:tailEnd type="none" w="med" len="med"/>
          </a:ln>
        </p:spPr>
      </p:cxnSp>
      <p:cxnSp>
        <p:nvCxnSpPr>
          <p:cNvPr id="879" name="Google Shape;879;p32"/>
          <p:cNvCxnSpPr>
            <a:stCxn id="869" idx="3"/>
            <a:endCxn id="870" idx="2"/>
          </p:cNvCxnSpPr>
          <p:nvPr/>
        </p:nvCxnSpPr>
        <p:spPr>
          <a:xfrm>
            <a:off x="2703913" y="2811125"/>
            <a:ext cx="842975" cy="12700"/>
          </a:xfrm>
          <a:prstGeom prst="curvedConnector3">
            <a:avLst>
              <a:gd name="adj1" fmla="val 50000"/>
            </a:avLst>
          </a:prstGeom>
          <a:noFill/>
          <a:ln w="19050" cap="flat" cmpd="sng">
            <a:solidFill>
              <a:schemeClr val="accent4"/>
            </a:solidFill>
            <a:prstDash val="dot"/>
            <a:round/>
            <a:headEnd type="none" w="med" len="med"/>
            <a:tailEnd type="none" w="med" len="med"/>
          </a:ln>
        </p:spPr>
      </p:cxnSp>
      <p:cxnSp>
        <p:nvCxnSpPr>
          <p:cNvPr id="880" name="Google Shape;880;p32"/>
          <p:cNvCxnSpPr>
            <a:stCxn id="869" idx="3"/>
            <a:endCxn id="873" idx="2"/>
          </p:cNvCxnSpPr>
          <p:nvPr/>
        </p:nvCxnSpPr>
        <p:spPr>
          <a:xfrm>
            <a:off x="2703913" y="2811125"/>
            <a:ext cx="842975" cy="958475"/>
          </a:xfrm>
          <a:prstGeom prst="curvedConnector3">
            <a:avLst>
              <a:gd name="adj1" fmla="val 50000"/>
            </a:avLst>
          </a:prstGeom>
          <a:noFill/>
          <a:ln w="19050" cap="flat" cmpd="sng">
            <a:solidFill>
              <a:schemeClr val="accent4"/>
            </a:solidFill>
            <a:prstDash val="dot"/>
            <a:round/>
            <a:headEnd type="none" w="med" len="med"/>
            <a:tailEnd type="none" w="med" len="med"/>
          </a:ln>
        </p:spPr>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F6C66-D6D7-4A72-9928-967AEA400766}"/>
              </a:ext>
            </a:extLst>
          </p:cNvPr>
          <p:cNvSpPr>
            <a:spLocks noGrp="1"/>
          </p:cNvSpPr>
          <p:nvPr>
            <p:ph type="title"/>
          </p:nvPr>
        </p:nvSpPr>
        <p:spPr>
          <a:xfrm>
            <a:off x="1167153" y="0"/>
            <a:ext cx="6683765" cy="960668"/>
          </a:xfrm>
        </p:spPr>
        <p:txBody>
          <a:bodyPr>
            <a:normAutofit/>
          </a:bodyPr>
          <a:lstStyle/>
          <a:p>
            <a:r>
              <a:rPr lang="en-US" sz="2800" dirty="0">
                <a:latin typeface="Times New Roman" panose="02020603050405020304" pitchFamily="18" charset="0"/>
                <a:cs typeface="Times New Roman" panose="02020603050405020304" pitchFamily="18" charset="0"/>
              </a:rPr>
              <a:t>LITERATURE REVIEW</a:t>
            </a:r>
            <a:endParaRPr lang="en-US" sz="2800" dirty="0"/>
          </a:p>
        </p:txBody>
      </p:sp>
      <p:graphicFrame>
        <p:nvGraphicFramePr>
          <p:cNvPr id="12" name="Table 11">
            <a:extLst>
              <a:ext uri="{FF2B5EF4-FFF2-40B4-BE49-F238E27FC236}">
                <a16:creationId xmlns:a16="http://schemas.microsoft.com/office/drawing/2014/main" id="{AA344273-1FDB-3337-C906-08CE1D0A2614}"/>
              </a:ext>
            </a:extLst>
          </p:cNvPr>
          <p:cNvGraphicFramePr>
            <a:graphicFrameLocks noGrp="1"/>
          </p:cNvGraphicFramePr>
          <p:nvPr>
            <p:extLst>
              <p:ext uri="{D42A27DB-BD31-4B8C-83A1-F6EECF244321}">
                <p14:modId xmlns:p14="http://schemas.microsoft.com/office/powerpoint/2010/main" val="2257256370"/>
              </p:ext>
            </p:extLst>
          </p:nvPr>
        </p:nvGraphicFramePr>
        <p:xfrm>
          <a:off x="709952" y="793576"/>
          <a:ext cx="7936207" cy="4058371"/>
        </p:xfrm>
        <a:graphic>
          <a:graphicData uri="http://schemas.openxmlformats.org/drawingml/2006/table">
            <a:tbl>
              <a:tblPr>
                <a:tableStyleId>{775DCB02-9BB8-47FD-8907-85C794F793BA}</a:tableStyleId>
              </a:tblPr>
              <a:tblGrid>
                <a:gridCol w="655940">
                  <a:extLst>
                    <a:ext uri="{9D8B030D-6E8A-4147-A177-3AD203B41FA5}">
                      <a16:colId xmlns:a16="http://schemas.microsoft.com/office/drawing/2014/main" val="1694754752"/>
                    </a:ext>
                  </a:extLst>
                </a:gridCol>
                <a:gridCol w="1288170">
                  <a:extLst>
                    <a:ext uri="{9D8B030D-6E8A-4147-A177-3AD203B41FA5}">
                      <a16:colId xmlns:a16="http://schemas.microsoft.com/office/drawing/2014/main" val="3622526343"/>
                    </a:ext>
                  </a:extLst>
                </a:gridCol>
                <a:gridCol w="2354607">
                  <a:extLst>
                    <a:ext uri="{9D8B030D-6E8A-4147-A177-3AD203B41FA5}">
                      <a16:colId xmlns:a16="http://schemas.microsoft.com/office/drawing/2014/main" val="2811161870"/>
                    </a:ext>
                  </a:extLst>
                </a:gridCol>
                <a:gridCol w="1446552">
                  <a:extLst>
                    <a:ext uri="{9D8B030D-6E8A-4147-A177-3AD203B41FA5}">
                      <a16:colId xmlns:a16="http://schemas.microsoft.com/office/drawing/2014/main" val="1001570052"/>
                    </a:ext>
                  </a:extLst>
                </a:gridCol>
                <a:gridCol w="2190938">
                  <a:extLst>
                    <a:ext uri="{9D8B030D-6E8A-4147-A177-3AD203B41FA5}">
                      <a16:colId xmlns:a16="http://schemas.microsoft.com/office/drawing/2014/main" val="1278515612"/>
                    </a:ext>
                  </a:extLst>
                </a:gridCol>
              </a:tblGrid>
              <a:tr h="192559">
                <a:tc>
                  <a:txBody>
                    <a:bodyPr/>
                    <a:lstStyle/>
                    <a:p>
                      <a:r>
                        <a:rPr lang="en-IN" sz="1000" b="1" dirty="0"/>
                        <a:t>S. No.</a:t>
                      </a:r>
                      <a:endParaRPr lang="en-IN" sz="1000" dirty="0">
                        <a:latin typeface="Times New Roman" panose="02020603050405020304" pitchFamily="18" charset="0"/>
                        <a:cs typeface="Times New Roman" panose="02020603050405020304" pitchFamily="18" charset="0"/>
                      </a:endParaRPr>
                    </a:p>
                  </a:txBody>
                  <a:tcPr marL="23790" marR="23790" marT="11895" marB="11895" anchor="ctr"/>
                </a:tc>
                <a:tc>
                  <a:txBody>
                    <a:bodyPr/>
                    <a:lstStyle/>
                    <a:p>
                      <a:r>
                        <a:rPr lang="en-IN" sz="1000" b="1"/>
                        <a:t>Authors</a:t>
                      </a:r>
                      <a:endParaRPr lang="en-IN" sz="1000">
                        <a:latin typeface="Times New Roman" panose="02020603050405020304" pitchFamily="18" charset="0"/>
                        <a:cs typeface="Times New Roman" panose="02020603050405020304" pitchFamily="18" charset="0"/>
                      </a:endParaRPr>
                    </a:p>
                  </a:txBody>
                  <a:tcPr marL="23790" marR="23790" marT="11895" marB="11895" anchor="ctr"/>
                </a:tc>
                <a:tc>
                  <a:txBody>
                    <a:bodyPr/>
                    <a:lstStyle/>
                    <a:p>
                      <a:r>
                        <a:rPr lang="en-IN" sz="1000" b="1"/>
                        <a:t>Title &amp; Source</a:t>
                      </a:r>
                      <a:endParaRPr lang="en-IN" sz="1000">
                        <a:latin typeface="Times New Roman" panose="02020603050405020304" pitchFamily="18" charset="0"/>
                        <a:cs typeface="Times New Roman" panose="02020603050405020304" pitchFamily="18" charset="0"/>
                      </a:endParaRPr>
                    </a:p>
                  </a:txBody>
                  <a:tcPr marL="23790" marR="23790" marT="11895" marB="11895" anchor="ctr"/>
                </a:tc>
                <a:tc>
                  <a:txBody>
                    <a:bodyPr/>
                    <a:lstStyle/>
                    <a:p>
                      <a:r>
                        <a:rPr lang="en-IN" sz="1000" b="1"/>
                        <a:t>Techniques Used</a:t>
                      </a:r>
                      <a:endParaRPr lang="en-IN" sz="1000">
                        <a:latin typeface="Times New Roman" panose="02020603050405020304" pitchFamily="18" charset="0"/>
                        <a:cs typeface="Times New Roman" panose="02020603050405020304" pitchFamily="18" charset="0"/>
                      </a:endParaRPr>
                    </a:p>
                  </a:txBody>
                  <a:tcPr marL="23790" marR="23790" marT="11895" marB="11895" anchor="ctr"/>
                </a:tc>
                <a:tc>
                  <a:txBody>
                    <a:bodyPr/>
                    <a:lstStyle/>
                    <a:p>
                      <a:r>
                        <a:rPr lang="en-IN" sz="1000" b="1"/>
                        <a:t>Key Findings / Highlights</a:t>
                      </a:r>
                      <a:endParaRPr lang="en-IN" sz="1000">
                        <a:latin typeface="Times New Roman" panose="02020603050405020304" pitchFamily="18" charset="0"/>
                        <a:cs typeface="Times New Roman" panose="02020603050405020304" pitchFamily="18" charset="0"/>
                      </a:endParaRPr>
                    </a:p>
                  </a:txBody>
                  <a:tcPr marL="23790" marR="23790" marT="11895" marB="11895" anchor="ctr"/>
                </a:tc>
                <a:extLst>
                  <a:ext uri="{0D108BD9-81ED-4DB2-BD59-A6C34878D82A}">
                    <a16:rowId xmlns:a16="http://schemas.microsoft.com/office/drawing/2014/main" val="1107157029"/>
                  </a:ext>
                </a:extLst>
              </a:tr>
              <a:tr h="1048119">
                <a:tc>
                  <a:txBody>
                    <a:bodyPr/>
                    <a:lstStyle/>
                    <a:p>
                      <a:r>
                        <a:rPr lang="en-IN" sz="1000" dirty="0"/>
                        <a:t>[1]</a:t>
                      </a:r>
                      <a:endParaRPr lang="en-IN" sz="1000" dirty="0">
                        <a:latin typeface="Times New Roman" panose="02020603050405020304" pitchFamily="18" charset="0"/>
                        <a:cs typeface="Times New Roman" panose="02020603050405020304" pitchFamily="18" charset="0"/>
                      </a:endParaRPr>
                    </a:p>
                  </a:txBody>
                  <a:tcPr marL="23790" marR="23790" marT="11895" marB="11895" anchor="ctr"/>
                </a:tc>
                <a:tc>
                  <a:txBody>
                    <a:bodyPr/>
                    <a:lstStyle/>
                    <a:p>
                      <a:r>
                        <a:rPr lang="en-IN" sz="1000" dirty="0"/>
                        <a:t>Amreen Batool, </a:t>
                      </a:r>
                      <a:r>
                        <a:rPr lang="en-IN" sz="1000" dirty="0" err="1"/>
                        <a:t>Yungcheol</a:t>
                      </a:r>
                      <a:r>
                        <a:rPr lang="en-IN" sz="1000" dirty="0"/>
                        <a:t> Byun</a:t>
                      </a:r>
                      <a:endParaRPr lang="en-IN" sz="1000" dirty="0">
                        <a:latin typeface="Times New Roman" panose="02020603050405020304" pitchFamily="18" charset="0"/>
                        <a:cs typeface="Times New Roman" panose="02020603050405020304" pitchFamily="18" charset="0"/>
                      </a:endParaRPr>
                    </a:p>
                  </a:txBody>
                  <a:tcPr marL="23790" marR="23790" marT="11895" marB="11895" anchor="ctr"/>
                </a:tc>
                <a:tc>
                  <a:txBody>
                    <a:bodyPr/>
                    <a:lstStyle/>
                    <a:p>
                      <a:r>
                        <a:rPr lang="en-US" sz="1000"/>
                        <a:t>An Ensemble Architecture Based on Deep Learning Model for Click Fraud Detection in Pay-Per-Click Advertisement Campaign, IEEE Access, 2022</a:t>
                      </a:r>
                      <a:br>
                        <a:rPr lang="en-US" sz="1000"/>
                      </a:br>
                      <a:r>
                        <a:rPr lang="en-US" sz="1000"/>
                        <a:t>DOI: 10.1109/ACCESS.2022.3211528</a:t>
                      </a:r>
                      <a:endParaRPr lang="en-US" sz="1000">
                        <a:latin typeface="Times New Roman" panose="02020603050405020304" pitchFamily="18" charset="0"/>
                        <a:cs typeface="Times New Roman" panose="02020603050405020304" pitchFamily="18" charset="0"/>
                      </a:endParaRPr>
                    </a:p>
                  </a:txBody>
                  <a:tcPr marL="23790" marR="23790" marT="11895" marB="11895" anchor="ctr"/>
                </a:tc>
                <a:tc>
                  <a:txBody>
                    <a:bodyPr/>
                    <a:lstStyle/>
                    <a:p>
                      <a:r>
                        <a:rPr lang="en-IN" sz="1000" dirty="0"/>
                        <a:t>CNN + </a:t>
                      </a:r>
                      <a:r>
                        <a:rPr lang="en-IN" sz="1000" dirty="0" err="1"/>
                        <a:t>BiLSTM</a:t>
                      </a:r>
                      <a:r>
                        <a:rPr lang="en-IN" sz="1000" dirty="0"/>
                        <a:t> with Random Forest Ensemble</a:t>
                      </a:r>
                      <a:endParaRPr lang="en-IN" sz="1000" dirty="0">
                        <a:latin typeface="Times New Roman" panose="02020603050405020304" pitchFamily="18" charset="0"/>
                        <a:cs typeface="Times New Roman" panose="02020603050405020304" pitchFamily="18" charset="0"/>
                      </a:endParaRPr>
                    </a:p>
                  </a:txBody>
                  <a:tcPr marL="23790" marR="23790" marT="11895" marB="11895" anchor="ctr"/>
                </a:tc>
                <a:tc>
                  <a:txBody>
                    <a:bodyPr/>
                    <a:lstStyle/>
                    <a:p>
                      <a:r>
                        <a:rPr lang="en-US" sz="1000"/>
                        <a:t>Improved performance using spatial and temporal features; enhanced fraud detection accuracy in PPC campaigns.</a:t>
                      </a:r>
                      <a:endParaRPr lang="en-US" sz="1000">
                        <a:latin typeface="Times New Roman" panose="02020603050405020304" pitchFamily="18" charset="0"/>
                        <a:cs typeface="Times New Roman" panose="02020603050405020304" pitchFamily="18" charset="0"/>
                      </a:endParaRPr>
                    </a:p>
                  </a:txBody>
                  <a:tcPr marL="23790" marR="23790" marT="11895" marB="11895" anchor="ctr"/>
                </a:tc>
                <a:extLst>
                  <a:ext uri="{0D108BD9-81ED-4DB2-BD59-A6C34878D82A}">
                    <a16:rowId xmlns:a16="http://schemas.microsoft.com/office/drawing/2014/main" val="1955327437"/>
                  </a:ext>
                </a:extLst>
              </a:tr>
              <a:tr h="818988">
                <a:tc>
                  <a:txBody>
                    <a:bodyPr/>
                    <a:lstStyle/>
                    <a:p>
                      <a:r>
                        <a:rPr lang="en-IN" sz="1000" dirty="0"/>
                        <a:t>[2]</a:t>
                      </a:r>
                      <a:endParaRPr lang="en-IN" sz="1000" dirty="0">
                        <a:latin typeface="Times New Roman" panose="02020603050405020304" pitchFamily="18" charset="0"/>
                        <a:cs typeface="Times New Roman" panose="02020603050405020304" pitchFamily="18" charset="0"/>
                      </a:endParaRPr>
                    </a:p>
                  </a:txBody>
                  <a:tcPr marL="23790" marR="23790" marT="11895" marB="11895" anchor="ctr"/>
                </a:tc>
                <a:tc>
                  <a:txBody>
                    <a:bodyPr/>
                    <a:lstStyle/>
                    <a:p>
                      <a:r>
                        <a:rPr lang="it-IT" sz="1000" dirty="0"/>
                        <a:t>Malak Aljabri, Rami Mustafa A. Mohammad</a:t>
                      </a:r>
                      <a:endParaRPr lang="it-IT" sz="1000" dirty="0">
                        <a:latin typeface="Times New Roman" panose="02020603050405020304" pitchFamily="18" charset="0"/>
                        <a:cs typeface="Times New Roman" panose="02020603050405020304" pitchFamily="18" charset="0"/>
                      </a:endParaRPr>
                    </a:p>
                  </a:txBody>
                  <a:tcPr marL="23790" marR="23790" marT="11895" marB="11895" anchor="ctr"/>
                </a:tc>
                <a:tc>
                  <a:txBody>
                    <a:bodyPr/>
                    <a:lstStyle/>
                    <a:p>
                      <a:r>
                        <a:rPr lang="en-US" sz="1000" dirty="0"/>
                        <a:t>Click Fraud Detection for Online Advertising Using Machine Learning, Egyptian Informatics Journal, 2023</a:t>
                      </a:r>
                      <a:br>
                        <a:rPr lang="en-US" sz="1000" dirty="0"/>
                      </a:br>
                      <a:r>
                        <a:rPr lang="en-US" sz="1000" dirty="0"/>
                        <a:t>DOI: 10.1016/j.eij.2023.05.006</a:t>
                      </a:r>
                      <a:endParaRPr lang="en-US" sz="1000" dirty="0">
                        <a:latin typeface="Times New Roman" panose="02020603050405020304" pitchFamily="18" charset="0"/>
                        <a:cs typeface="Times New Roman" panose="02020603050405020304" pitchFamily="18" charset="0"/>
                      </a:endParaRPr>
                    </a:p>
                  </a:txBody>
                  <a:tcPr marL="23790" marR="23790" marT="11895" marB="11895" anchor="ctr"/>
                </a:tc>
                <a:tc>
                  <a:txBody>
                    <a:bodyPr/>
                    <a:lstStyle/>
                    <a:p>
                      <a:r>
                        <a:rPr lang="en-IN" sz="1000" dirty="0"/>
                        <a:t>Random Forest, </a:t>
                      </a:r>
                      <a:r>
                        <a:rPr lang="en-IN" sz="1000" dirty="0" err="1"/>
                        <a:t>LightGBM</a:t>
                      </a:r>
                      <a:r>
                        <a:rPr lang="en-IN" sz="1000" dirty="0"/>
                        <a:t>, </a:t>
                      </a:r>
                      <a:r>
                        <a:rPr lang="en-IN" sz="1000" dirty="0" err="1"/>
                        <a:t>XGBoost</a:t>
                      </a:r>
                      <a:r>
                        <a:rPr lang="en-IN" sz="1000" dirty="0"/>
                        <a:t>, MLP + LIME</a:t>
                      </a:r>
                      <a:endParaRPr lang="en-IN" sz="1000" dirty="0">
                        <a:latin typeface="Times New Roman" panose="02020603050405020304" pitchFamily="18" charset="0"/>
                        <a:cs typeface="Times New Roman" panose="02020603050405020304" pitchFamily="18" charset="0"/>
                      </a:endParaRPr>
                    </a:p>
                  </a:txBody>
                  <a:tcPr marL="23790" marR="23790" marT="11895" marB="11895" anchor="ctr"/>
                </a:tc>
                <a:tc>
                  <a:txBody>
                    <a:bodyPr/>
                    <a:lstStyle/>
                    <a:p>
                      <a:r>
                        <a:rPr lang="en-US" sz="1000"/>
                        <a:t>Random Forest achieved ~95% accuracy; strong in imbalanced datasets; includes explainability through LIME.</a:t>
                      </a:r>
                      <a:endParaRPr lang="en-US" sz="1000">
                        <a:latin typeface="Times New Roman" panose="02020603050405020304" pitchFamily="18" charset="0"/>
                        <a:cs typeface="Times New Roman" panose="02020603050405020304" pitchFamily="18" charset="0"/>
                      </a:endParaRPr>
                    </a:p>
                  </a:txBody>
                  <a:tcPr marL="23790" marR="23790" marT="11895" marB="11895" anchor="ctr"/>
                </a:tc>
                <a:extLst>
                  <a:ext uri="{0D108BD9-81ED-4DB2-BD59-A6C34878D82A}">
                    <a16:rowId xmlns:a16="http://schemas.microsoft.com/office/drawing/2014/main" val="429998920"/>
                  </a:ext>
                </a:extLst>
              </a:tr>
              <a:tr h="704423">
                <a:tc>
                  <a:txBody>
                    <a:bodyPr/>
                    <a:lstStyle/>
                    <a:p>
                      <a:r>
                        <a:rPr lang="en-IN" sz="1000"/>
                        <a:t>[3]</a:t>
                      </a:r>
                      <a:endParaRPr lang="en-IN" sz="1000">
                        <a:latin typeface="Times New Roman" panose="02020603050405020304" pitchFamily="18" charset="0"/>
                        <a:cs typeface="Times New Roman" panose="02020603050405020304" pitchFamily="18" charset="0"/>
                      </a:endParaRPr>
                    </a:p>
                  </a:txBody>
                  <a:tcPr marL="23790" marR="23790" marT="11895" marB="11895" anchor="ctr"/>
                </a:tc>
                <a:tc>
                  <a:txBody>
                    <a:bodyPr/>
                    <a:lstStyle/>
                    <a:p>
                      <a:r>
                        <a:rPr lang="en-IN" sz="1000" dirty="0"/>
                        <a:t>Archana </a:t>
                      </a:r>
                      <a:r>
                        <a:rPr lang="en-IN" sz="1000" dirty="0" err="1"/>
                        <a:t>Purwar</a:t>
                      </a:r>
                      <a:r>
                        <a:rPr lang="en-IN" sz="1000" dirty="0"/>
                        <a:t>, Arti Jain, Indu Chawla, Divansh Jain</a:t>
                      </a:r>
                      <a:endParaRPr lang="en-IN" sz="1000" dirty="0">
                        <a:latin typeface="Times New Roman" panose="02020603050405020304" pitchFamily="18" charset="0"/>
                        <a:cs typeface="Times New Roman" panose="02020603050405020304" pitchFamily="18" charset="0"/>
                      </a:endParaRPr>
                    </a:p>
                  </a:txBody>
                  <a:tcPr marL="23790" marR="23790" marT="11895" marB="11895" anchor="ctr"/>
                </a:tc>
                <a:tc>
                  <a:txBody>
                    <a:bodyPr/>
                    <a:lstStyle/>
                    <a:p>
                      <a:r>
                        <a:rPr lang="en-US" sz="1000" dirty="0"/>
                        <a:t>Click Fraud Detection Using Ensemble Classifier, Advances in Artificial-Business Analytics and Quantum Machine Learning, 2024</a:t>
                      </a:r>
                      <a:endParaRPr lang="en-US" sz="1000" dirty="0">
                        <a:latin typeface="Times New Roman" panose="02020603050405020304" pitchFamily="18" charset="0"/>
                        <a:cs typeface="Times New Roman" panose="02020603050405020304" pitchFamily="18" charset="0"/>
                      </a:endParaRPr>
                    </a:p>
                  </a:txBody>
                  <a:tcPr marL="23790" marR="23790" marT="11895" marB="11895" anchor="ctr"/>
                </a:tc>
                <a:tc>
                  <a:txBody>
                    <a:bodyPr/>
                    <a:lstStyle/>
                    <a:p>
                      <a:r>
                        <a:rPr lang="en-US" sz="1000" dirty="0"/>
                        <a:t>RFE + Hellinger Distance Decision Tree (HDDT)</a:t>
                      </a:r>
                      <a:endParaRPr lang="en-US" sz="1000" dirty="0">
                        <a:latin typeface="Times New Roman" panose="02020603050405020304" pitchFamily="18" charset="0"/>
                        <a:cs typeface="Times New Roman" panose="02020603050405020304" pitchFamily="18" charset="0"/>
                      </a:endParaRPr>
                    </a:p>
                  </a:txBody>
                  <a:tcPr marL="23790" marR="23790" marT="11895" marB="11895" anchor="ctr"/>
                </a:tc>
                <a:tc>
                  <a:txBody>
                    <a:bodyPr/>
                    <a:lstStyle/>
                    <a:p>
                      <a:r>
                        <a:rPr lang="en-US" sz="1000"/>
                        <a:t>Ensemble classifier reached 99.72% accuracy on TalkingData dataset; superior to single classifiers.</a:t>
                      </a:r>
                      <a:endParaRPr lang="en-US" sz="1000">
                        <a:latin typeface="Times New Roman" panose="02020603050405020304" pitchFamily="18" charset="0"/>
                        <a:cs typeface="Times New Roman" panose="02020603050405020304" pitchFamily="18" charset="0"/>
                      </a:endParaRPr>
                    </a:p>
                  </a:txBody>
                  <a:tcPr marL="23790" marR="23790" marT="11895" marB="11895" anchor="ctr"/>
                </a:tc>
                <a:extLst>
                  <a:ext uri="{0D108BD9-81ED-4DB2-BD59-A6C34878D82A}">
                    <a16:rowId xmlns:a16="http://schemas.microsoft.com/office/drawing/2014/main" val="1510543956"/>
                  </a:ext>
                </a:extLst>
              </a:tr>
              <a:tr h="589859">
                <a:tc>
                  <a:txBody>
                    <a:bodyPr/>
                    <a:lstStyle/>
                    <a:p>
                      <a:r>
                        <a:rPr lang="en-IN" sz="1000"/>
                        <a:t>[4]</a:t>
                      </a:r>
                      <a:endParaRPr lang="en-IN" sz="1000">
                        <a:latin typeface="Times New Roman" panose="02020603050405020304" pitchFamily="18" charset="0"/>
                        <a:cs typeface="Times New Roman" panose="02020603050405020304" pitchFamily="18" charset="0"/>
                      </a:endParaRPr>
                    </a:p>
                  </a:txBody>
                  <a:tcPr marL="23790" marR="23790" marT="11895" marB="11895" anchor="ctr"/>
                </a:tc>
                <a:tc>
                  <a:txBody>
                    <a:bodyPr/>
                    <a:lstStyle/>
                    <a:p>
                      <a:r>
                        <a:rPr lang="fi-FI" sz="1000"/>
                        <a:t>Benjamin Kirkwood, Mounika Vanamala, Naeem Seliya</a:t>
                      </a:r>
                      <a:endParaRPr lang="fi-FI" sz="1000">
                        <a:latin typeface="Times New Roman" panose="02020603050405020304" pitchFamily="18" charset="0"/>
                        <a:cs typeface="Times New Roman" panose="02020603050405020304" pitchFamily="18" charset="0"/>
                      </a:endParaRPr>
                    </a:p>
                  </a:txBody>
                  <a:tcPr marL="23790" marR="23790" marT="11895" marB="11895" anchor="ctr"/>
                </a:tc>
                <a:tc>
                  <a:txBody>
                    <a:bodyPr/>
                    <a:lstStyle/>
                    <a:p>
                      <a:r>
                        <a:rPr lang="en-US" sz="1000" dirty="0"/>
                        <a:t>Click Fraud Detection of Online Advertising Using Machine Learning Algorithms, IEEE Electro InfoTech, 2024</a:t>
                      </a:r>
                      <a:endParaRPr lang="en-US" sz="1000" dirty="0">
                        <a:latin typeface="Times New Roman" panose="02020603050405020304" pitchFamily="18" charset="0"/>
                        <a:cs typeface="Times New Roman" panose="02020603050405020304" pitchFamily="18" charset="0"/>
                      </a:endParaRPr>
                    </a:p>
                  </a:txBody>
                  <a:tcPr marL="23790" marR="23790" marT="11895" marB="11895" anchor="ctr"/>
                </a:tc>
                <a:tc>
                  <a:txBody>
                    <a:bodyPr/>
                    <a:lstStyle/>
                    <a:p>
                      <a:r>
                        <a:rPr lang="en-IN" sz="1000"/>
                        <a:t>Feature Selection + Multiple ML Models</a:t>
                      </a:r>
                      <a:endParaRPr lang="en-IN" sz="1000">
                        <a:latin typeface="Times New Roman" panose="02020603050405020304" pitchFamily="18" charset="0"/>
                        <a:cs typeface="Times New Roman" panose="02020603050405020304" pitchFamily="18" charset="0"/>
                      </a:endParaRPr>
                    </a:p>
                  </a:txBody>
                  <a:tcPr marL="23790" marR="23790" marT="11895" marB="11895" anchor="ctr"/>
                </a:tc>
                <a:tc>
                  <a:txBody>
                    <a:bodyPr/>
                    <a:lstStyle/>
                    <a:p>
                      <a:r>
                        <a:rPr lang="en-US" sz="1000" dirty="0"/>
                        <a:t>Highlights false positive challenges; focuses on dynamic ad environments and model robustness.</a:t>
                      </a:r>
                      <a:endParaRPr lang="en-US" sz="1000" dirty="0">
                        <a:latin typeface="Times New Roman" panose="02020603050405020304" pitchFamily="18" charset="0"/>
                        <a:cs typeface="Times New Roman" panose="02020603050405020304" pitchFamily="18" charset="0"/>
                      </a:endParaRPr>
                    </a:p>
                  </a:txBody>
                  <a:tcPr marL="23790" marR="23790" marT="11895" marB="11895" anchor="ctr"/>
                </a:tc>
                <a:extLst>
                  <a:ext uri="{0D108BD9-81ED-4DB2-BD59-A6C34878D82A}">
                    <a16:rowId xmlns:a16="http://schemas.microsoft.com/office/drawing/2014/main" val="1881218917"/>
                  </a:ext>
                </a:extLst>
              </a:tr>
              <a:tr h="704423">
                <a:tc>
                  <a:txBody>
                    <a:bodyPr/>
                    <a:lstStyle/>
                    <a:p>
                      <a:r>
                        <a:rPr lang="en-IN" sz="1000"/>
                        <a:t>[5]</a:t>
                      </a:r>
                      <a:endParaRPr lang="en-IN" sz="1000">
                        <a:latin typeface="Times New Roman" panose="02020603050405020304" pitchFamily="18" charset="0"/>
                        <a:cs typeface="Times New Roman" panose="02020603050405020304" pitchFamily="18" charset="0"/>
                      </a:endParaRPr>
                    </a:p>
                  </a:txBody>
                  <a:tcPr marL="23790" marR="23790" marT="11895" marB="11895" anchor="ctr"/>
                </a:tc>
                <a:tc>
                  <a:txBody>
                    <a:bodyPr/>
                    <a:lstStyle/>
                    <a:p>
                      <a:r>
                        <a:rPr lang="en-IN" sz="1000"/>
                        <a:t>Qixuan Yu, Xirui Tang, Feiyang Li, Zinan Cao</a:t>
                      </a:r>
                      <a:endParaRPr lang="en-IN" sz="1000">
                        <a:latin typeface="Times New Roman" panose="02020603050405020304" pitchFamily="18" charset="0"/>
                        <a:cs typeface="Times New Roman" panose="02020603050405020304" pitchFamily="18" charset="0"/>
                      </a:endParaRPr>
                    </a:p>
                  </a:txBody>
                  <a:tcPr marL="23790" marR="23790" marT="11895" marB="11895" anchor="ctr"/>
                </a:tc>
                <a:tc>
                  <a:txBody>
                    <a:bodyPr/>
                    <a:lstStyle/>
                    <a:p>
                      <a:r>
                        <a:rPr lang="en-IN" sz="1000"/>
                        <a:t>Improved Adaboost Algorithm for Web Advertisement Click Prediction Based on LSTM, arXiv, 2024</a:t>
                      </a:r>
                      <a:br>
                        <a:rPr lang="en-IN" sz="1000"/>
                      </a:br>
                      <a:r>
                        <a:rPr lang="en-IN" sz="1000"/>
                        <a:t>URL: </a:t>
                      </a:r>
                      <a:r>
                        <a:rPr lang="en-IN" sz="1000">
                          <a:hlinkClick r:id="rId3"/>
                        </a:rPr>
                        <a:t>arXiv:2408.05245</a:t>
                      </a:r>
                      <a:endParaRPr lang="en-IN" sz="1000">
                        <a:latin typeface="Times New Roman" panose="02020603050405020304" pitchFamily="18" charset="0"/>
                        <a:cs typeface="Times New Roman" panose="02020603050405020304" pitchFamily="18" charset="0"/>
                      </a:endParaRPr>
                    </a:p>
                  </a:txBody>
                  <a:tcPr marL="23790" marR="23790" marT="11895" marB="11895" anchor="ctr"/>
                </a:tc>
                <a:tc>
                  <a:txBody>
                    <a:bodyPr/>
                    <a:lstStyle/>
                    <a:p>
                      <a:r>
                        <a:rPr lang="en-IN" sz="1000"/>
                        <a:t>LSTM + Adaboost</a:t>
                      </a:r>
                      <a:endParaRPr lang="en-IN" sz="1000">
                        <a:latin typeface="Times New Roman" panose="02020603050405020304" pitchFamily="18" charset="0"/>
                        <a:cs typeface="Times New Roman" panose="02020603050405020304" pitchFamily="18" charset="0"/>
                      </a:endParaRPr>
                    </a:p>
                  </a:txBody>
                  <a:tcPr marL="23790" marR="23790" marT="11895" marB="11895" anchor="ctr"/>
                </a:tc>
                <a:tc>
                  <a:txBody>
                    <a:bodyPr/>
                    <a:lstStyle/>
                    <a:p>
                      <a:r>
                        <a:rPr lang="en-US" sz="1000" dirty="0"/>
                        <a:t>Achieved 92% accuracy; outperforms standard models by 13%; strong temporal learning performance.</a:t>
                      </a:r>
                      <a:endParaRPr lang="en-US" sz="1000" dirty="0">
                        <a:latin typeface="Times New Roman" panose="02020603050405020304" pitchFamily="18" charset="0"/>
                        <a:cs typeface="Times New Roman" panose="02020603050405020304" pitchFamily="18" charset="0"/>
                      </a:endParaRPr>
                    </a:p>
                  </a:txBody>
                  <a:tcPr marL="23790" marR="23790" marT="11895" marB="11895" anchor="ctr"/>
                </a:tc>
                <a:extLst>
                  <a:ext uri="{0D108BD9-81ED-4DB2-BD59-A6C34878D82A}">
                    <a16:rowId xmlns:a16="http://schemas.microsoft.com/office/drawing/2014/main" val="2828224866"/>
                  </a:ext>
                </a:extLst>
              </a:tr>
            </a:tbl>
          </a:graphicData>
        </a:graphic>
      </p:graphicFrame>
    </p:spTree>
    <p:extLst>
      <p:ext uri="{BB962C8B-B14F-4D97-AF65-F5344CB8AC3E}">
        <p14:creationId xmlns:p14="http://schemas.microsoft.com/office/powerpoint/2010/main" val="29848097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66"/>
        <p:cNvGrpSpPr/>
        <p:nvPr/>
      </p:nvGrpSpPr>
      <p:grpSpPr>
        <a:xfrm>
          <a:off x="0" y="0"/>
          <a:ext cx="0" cy="0"/>
          <a:chOff x="0" y="0"/>
          <a:chExt cx="0" cy="0"/>
        </a:xfrm>
      </p:grpSpPr>
      <p:sp>
        <p:nvSpPr>
          <p:cNvPr id="1167" name="Google Shape;1167;p36"/>
          <p:cNvSpPr txBox="1">
            <a:spLocks noGrp="1"/>
          </p:cNvSpPr>
          <p:nvPr>
            <p:ph type="title"/>
          </p:nvPr>
        </p:nvSpPr>
        <p:spPr>
          <a:xfrm>
            <a:off x="562650" y="509374"/>
            <a:ext cx="7713900" cy="710700"/>
          </a:xfrm>
          <a:prstGeom prst="rect">
            <a:avLst/>
          </a:prstGeom>
          <a:ln>
            <a:noFill/>
          </a:ln>
        </p:spPr>
        <p:txBody>
          <a:bodyPr spcFirstLastPara="1" wrap="square" lIns="91425" tIns="91425" rIns="91425" bIns="91425" anchor="t" anchorCtr="0">
            <a:noAutofit/>
          </a:bodyPr>
          <a:lstStyle/>
          <a:p>
            <a:pPr lvl="0"/>
            <a:r>
              <a:rPr lang="en-IN" sz="2400" b="1" dirty="0">
                <a:latin typeface="Times New Roman" panose="02020603050405020304" pitchFamily="18" charset="0"/>
                <a:cs typeface="Times New Roman" panose="02020603050405020304" pitchFamily="18" charset="0"/>
              </a:rPr>
              <a:t>Implementation</a:t>
            </a:r>
          </a:p>
        </p:txBody>
      </p:sp>
      <p:sp>
        <p:nvSpPr>
          <p:cNvPr id="1168" name="Google Shape;1168;p36"/>
          <p:cNvSpPr txBox="1"/>
          <p:nvPr/>
        </p:nvSpPr>
        <p:spPr>
          <a:xfrm>
            <a:off x="1945500" y="14783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Data Description</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69" name="Google Shape;1169;p36"/>
          <p:cNvSpPr/>
          <p:nvPr/>
        </p:nvSpPr>
        <p:spPr>
          <a:xfrm>
            <a:off x="1028700" y="14783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01</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1170" name="Google Shape;1170;p36"/>
          <p:cNvSpPr txBox="1"/>
          <p:nvPr/>
        </p:nvSpPr>
        <p:spPr>
          <a:xfrm>
            <a:off x="1945500" y="24368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EDA Explanation</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71" name="Google Shape;1171;p36"/>
          <p:cNvSpPr/>
          <p:nvPr/>
        </p:nvSpPr>
        <p:spPr>
          <a:xfrm>
            <a:off x="1028700" y="24368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02</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1172" name="Google Shape;1172;p36"/>
          <p:cNvSpPr txBox="1"/>
          <p:nvPr/>
        </p:nvSpPr>
        <p:spPr>
          <a:xfrm>
            <a:off x="1945500" y="33953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Preprocessing steps</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73" name="Google Shape;1173;p36"/>
          <p:cNvSpPr/>
          <p:nvPr/>
        </p:nvSpPr>
        <p:spPr>
          <a:xfrm>
            <a:off x="1028700" y="33953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03</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1174" name="Google Shape;1174;p36"/>
          <p:cNvSpPr txBox="1"/>
          <p:nvPr/>
        </p:nvSpPr>
        <p:spPr>
          <a:xfrm>
            <a:off x="5641200" y="14783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Algorithm Definition</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75" name="Google Shape;1175;p36"/>
          <p:cNvSpPr/>
          <p:nvPr/>
        </p:nvSpPr>
        <p:spPr>
          <a:xfrm>
            <a:off x="4724400" y="14783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04</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1176" name="Google Shape;1176;p36"/>
          <p:cNvSpPr txBox="1"/>
          <p:nvPr/>
        </p:nvSpPr>
        <p:spPr>
          <a:xfrm>
            <a:off x="5641200" y="24368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US"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Working Process </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77" name="Google Shape;1177;p36"/>
          <p:cNvSpPr/>
          <p:nvPr/>
        </p:nvSpPr>
        <p:spPr>
          <a:xfrm>
            <a:off x="4724400" y="24368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05</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sp>
        <p:nvSpPr>
          <p:cNvPr id="1178" name="Google Shape;1178;p36"/>
          <p:cNvSpPr txBox="1"/>
          <p:nvPr/>
        </p:nvSpPr>
        <p:spPr>
          <a:xfrm>
            <a:off x="5641200" y="3395375"/>
            <a:ext cx="2474100" cy="764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rPr>
              <a:t>Results from Algorithm</a:t>
            </a:r>
            <a:endParaRPr dirty="0">
              <a:solidFill>
                <a:schemeClr val="dk1"/>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179" name="Google Shape;1179;p36"/>
          <p:cNvSpPr/>
          <p:nvPr/>
        </p:nvSpPr>
        <p:spPr>
          <a:xfrm>
            <a:off x="4724400" y="3395375"/>
            <a:ext cx="764400" cy="7644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GB" sz="2000">
                <a:solidFill>
                  <a:schemeClr val="accent5"/>
                </a:solidFill>
                <a:latin typeface="Poppins Black" panose="00000800000000000000"/>
                <a:ea typeface="Poppins Black" panose="00000800000000000000"/>
                <a:cs typeface="Poppins Black" panose="00000800000000000000"/>
                <a:sym typeface="Poppins Black" panose="00000800000000000000"/>
              </a:rPr>
              <a:t>06</a:t>
            </a:r>
            <a:endParaRPr sz="2000">
              <a:solidFill>
                <a:schemeClr val="accent5"/>
              </a:solidFill>
              <a:latin typeface="Poppins Black" panose="00000800000000000000"/>
              <a:ea typeface="Poppins Black" panose="00000800000000000000"/>
              <a:cs typeface="Poppins Black" panose="00000800000000000000"/>
              <a:sym typeface="Poppins Black" panose="00000800000000000000"/>
            </a:endParaRPr>
          </a:p>
        </p:txBody>
      </p:sp>
      <p:cxnSp>
        <p:nvCxnSpPr>
          <p:cNvPr id="1180" name="Google Shape;1180;p36"/>
          <p:cNvCxnSpPr>
            <a:stCxn id="1169" idx="4"/>
            <a:endCxn id="1171" idx="0"/>
          </p:cNvCxnSpPr>
          <p:nvPr/>
        </p:nvCxnSpPr>
        <p:spPr>
          <a:xfrm>
            <a:off x="1410900" y="2242775"/>
            <a:ext cx="0" cy="194100"/>
          </a:xfrm>
          <a:prstGeom prst="straightConnector1">
            <a:avLst/>
          </a:prstGeom>
          <a:noFill/>
          <a:ln w="19050" cap="flat" cmpd="sng">
            <a:solidFill>
              <a:schemeClr val="accent5"/>
            </a:solidFill>
            <a:prstDash val="dot"/>
            <a:round/>
            <a:headEnd type="none" w="med" len="med"/>
            <a:tailEnd type="none" w="med" len="med"/>
          </a:ln>
        </p:spPr>
      </p:cxnSp>
      <p:cxnSp>
        <p:nvCxnSpPr>
          <p:cNvPr id="1181" name="Google Shape;1181;p36"/>
          <p:cNvCxnSpPr>
            <a:stCxn id="1171" idx="4"/>
            <a:endCxn id="1173" idx="0"/>
          </p:cNvCxnSpPr>
          <p:nvPr/>
        </p:nvCxnSpPr>
        <p:spPr>
          <a:xfrm>
            <a:off x="1410900" y="3201275"/>
            <a:ext cx="0" cy="194100"/>
          </a:xfrm>
          <a:prstGeom prst="straightConnector1">
            <a:avLst/>
          </a:prstGeom>
          <a:noFill/>
          <a:ln w="19050" cap="flat" cmpd="sng">
            <a:solidFill>
              <a:schemeClr val="accent5"/>
            </a:solidFill>
            <a:prstDash val="dot"/>
            <a:round/>
            <a:headEnd type="none" w="med" len="med"/>
            <a:tailEnd type="none" w="med" len="med"/>
          </a:ln>
        </p:spPr>
      </p:cxnSp>
      <p:cxnSp>
        <p:nvCxnSpPr>
          <p:cNvPr id="1182" name="Google Shape;1182;p36"/>
          <p:cNvCxnSpPr>
            <a:stCxn id="1177" idx="0"/>
            <a:endCxn id="1175" idx="4"/>
          </p:cNvCxnSpPr>
          <p:nvPr/>
        </p:nvCxnSpPr>
        <p:spPr>
          <a:xfrm rot="10800000">
            <a:off x="5106600" y="2242775"/>
            <a:ext cx="0" cy="194100"/>
          </a:xfrm>
          <a:prstGeom prst="straightConnector1">
            <a:avLst/>
          </a:prstGeom>
          <a:noFill/>
          <a:ln w="19050" cap="flat" cmpd="sng">
            <a:solidFill>
              <a:schemeClr val="accent5"/>
            </a:solidFill>
            <a:prstDash val="dot"/>
            <a:round/>
            <a:headEnd type="none" w="med" len="med"/>
            <a:tailEnd type="none" w="med" len="med"/>
          </a:ln>
        </p:spPr>
      </p:cxnSp>
      <p:cxnSp>
        <p:nvCxnSpPr>
          <p:cNvPr id="1183" name="Google Shape;1183;p36"/>
          <p:cNvCxnSpPr>
            <a:stCxn id="1179" idx="0"/>
            <a:endCxn id="1177" idx="4"/>
          </p:cNvCxnSpPr>
          <p:nvPr/>
        </p:nvCxnSpPr>
        <p:spPr>
          <a:xfrm rot="10800000">
            <a:off x="5106600" y="3201275"/>
            <a:ext cx="0" cy="194100"/>
          </a:xfrm>
          <a:prstGeom prst="straightConnector1">
            <a:avLst/>
          </a:prstGeom>
          <a:noFill/>
          <a:ln w="19050" cap="flat" cmpd="sng">
            <a:solidFill>
              <a:schemeClr val="accent5"/>
            </a:solidFill>
            <a:prstDash val="dot"/>
            <a:round/>
            <a:headEnd type="none" w="med" len="med"/>
            <a:tailEnd type="none" w="med" len="med"/>
          </a:ln>
        </p:spPr>
      </p:cxnSp>
      <p:sp>
        <p:nvSpPr>
          <p:cNvPr id="2" name="TextBox 1"/>
          <p:cNvSpPr txBox="1"/>
          <p:nvPr/>
        </p:nvSpPr>
        <p:spPr>
          <a:xfrm>
            <a:off x="5420138" y="1170597"/>
            <a:ext cx="2206487" cy="307777"/>
          </a:xfrm>
          <a:prstGeom prst="rect">
            <a:avLst/>
          </a:prstGeom>
          <a:noFill/>
        </p:spPr>
        <p:txBody>
          <a:bodyPr wrap="square" rtlCol="0">
            <a:spAutoFit/>
          </a:bodyPr>
          <a:lstStyle/>
          <a:p>
            <a:r>
              <a:rPr lang="en-US" b="1" dirty="0">
                <a:solidFill>
                  <a:srgbClr val="002060"/>
                </a:solidFill>
                <a:latin typeface="Times New Roman" panose="02020603050405020304" pitchFamily="18" charset="0"/>
                <a:cs typeface="Times New Roman" panose="02020603050405020304" pitchFamily="18" charset="0"/>
              </a:rPr>
              <a:t>Model Implementation</a:t>
            </a:r>
            <a:endParaRPr lang="en-IN" b="1" dirty="0">
              <a:solidFill>
                <a:srgbClr val="002060"/>
              </a:solidFill>
              <a:latin typeface="Times New Roman" panose="02020603050405020304" pitchFamily="18" charset="0"/>
              <a:cs typeface="Times New Roman" panose="02020603050405020304" pitchFamily="18" charset="0"/>
            </a:endParaRPr>
          </a:p>
        </p:txBody>
      </p:sp>
      <p:sp>
        <p:nvSpPr>
          <p:cNvPr id="3" name="Rectangle 2"/>
          <p:cNvSpPr/>
          <p:nvPr/>
        </p:nvSpPr>
        <p:spPr>
          <a:xfrm>
            <a:off x="2051517" y="1105946"/>
            <a:ext cx="1247457" cy="376834"/>
          </a:xfrm>
          <a:prstGeom prst="rect">
            <a:avLst/>
          </a:prstGeom>
        </p:spPr>
        <p:txBody>
          <a:bodyPr wrap="none">
            <a:spAutoFit/>
          </a:bodyPr>
          <a:lstStyle/>
          <a:p>
            <a:pPr algn="just">
              <a:lnSpc>
                <a:spcPct val="150000"/>
              </a:lnSpc>
            </a:pPr>
            <a:r>
              <a:rPr lang="en-US" b="1" dirty="0">
                <a:solidFill>
                  <a:srgbClr val="002060"/>
                </a:solidFill>
                <a:latin typeface="Times New Roman" panose="02020603050405020304" pitchFamily="18" charset="0"/>
                <a:cs typeface="Times New Roman" panose="02020603050405020304" pitchFamily="18" charset="0"/>
              </a:rPr>
              <a:t>Data Analysis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509691" y="418976"/>
            <a:ext cx="7713900" cy="710700"/>
          </a:xfrm>
          <a:prstGeom prst="rect">
            <a:avLst/>
          </a:prstGeom>
          <a:ln>
            <a:noFill/>
          </a:ln>
        </p:spPr>
        <p:txBody>
          <a:bodyPr spcFirstLastPara="1" wrap="square" lIns="91425" tIns="91425" rIns="91425" bIns="91425" anchor="t" anchorCtr="0">
            <a:noAutofit/>
          </a:bodyPr>
          <a:lstStyle/>
          <a:p>
            <a:pPr lvl="0"/>
            <a:r>
              <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rPr>
              <a:t>Algorithm Definition</a:t>
            </a:r>
          </a:p>
        </p:txBody>
      </p:sp>
      <p:sp>
        <p:nvSpPr>
          <p:cNvPr id="1562" name="Google Shape;1562;p39"/>
          <p:cNvSpPr txBox="1"/>
          <p:nvPr/>
        </p:nvSpPr>
        <p:spPr>
          <a:xfrm>
            <a:off x="2378556" y="2024266"/>
            <a:ext cx="3976170" cy="1719474"/>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8" name="Rectangle 5"/>
          <p:cNvSpPr>
            <a:spLocks noChangeArrowheads="1"/>
          </p:cNvSpPr>
          <p:nvPr/>
        </p:nvSpPr>
        <p:spPr bwMode="auto">
          <a:xfrm rot="10800000" flipV="1">
            <a:off x="509691" y="1187480"/>
            <a:ext cx="8416635" cy="3393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lgn="just"/>
            <a:r>
              <a:rPr lang="en-IN" b="1" dirty="0">
                <a:latin typeface="Times New Roman" panose="02020603050405020304" pitchFamily="18" charset="0"/>
                <a:cs typeface="Times New Roman" panose="02020603050405020304" pitchFamily="18" charset="0"/>
              </a:rPr>
              <a:t>Logistic Regression (LR)</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Logistic Regression is a binary classification algorithm that models the probability of a click being fraudulent using a sigmoid function. It assumes a linear relationship between the input features and the log-odds of the output class. It is fast, interpretable, and effective on linearly separable data. In this project, it serves both as a baseline classifier and as a meta-learner in the stacking ensemble. Logistic Regression outputs class probabilities, which can be used to rank risks, making it a simple yet effective tool for initial fraud detection tasks.</a:t>
            </a:r>
          </a:p>
          <a:p>
            <a:pPr algn="just"/>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 Decision Tree (DT)</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Decision Trees split data into subsets using feature-based conditions. Each internal node represents a decision rule, and each leaf node represents a class label. It is easy to interpret, supports non-linear patterns, and handles both numerical and categorical data. In fraud detection, Decision Trees can capture decision boundaries based on feature thresholds like device type or click time. However, they are prone to overfitting, especially on noisy data. In this project, DT serves as both a standalone model and a base learner within the stacking classifier to provide fast and rule-based predictions.</a:t>
            </a:r>
          </a:p>
          <a:p>
            <a:pPr lvl="0" algn="just" eaLnBrk="0" fontAlgn="base" hangingPunct="0">
              <a:lnSpc>
                <a:spcPct val="150000"/>
              </a:lnSpc>
              <a:spcBef>
                <a:spcPct val="0"/>
              </a:spcBef>
              <a:spcAft>
                <a:spcPct val="0"/>
              </a:spcAft>
              <a:buClrTx/>
            </a:pPr>
            <a:endParaRPr lang="en-US" altLang="en-US"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560">
          <a:extLst>
            <a:ext uri="{FF2B5EF4-FFF2-40B4-BE49-F238E27FC236}">
              <a16:creationId xmlns:a16="http://schemas.microsoft.com/office/drawing/2014/main" id="{3E50469B-6189-1208-574D-0F2FC5D00F19}"/>
            </a:ext>
          </a:extLst>
        </p:cNvPr>
        <p:cNvGrpSpPr/>
        <p:nvPr/>
      </p:nvGrpSpPr>
      <p:grpSpPr>
        <a:xfrm>
          <a:off x="0" y="0"/>
          <a:ext cx="0" cy="0"/>
          <a:chOff x="0" y="0"/>
          <a:chExt cx="0" cy="0"/>
        </a:xfrm>
      </p:grpSpPr>
      <p:sp>
        <p:nvSpPr>
          <p:cNvPr id="1561" name="Google Shape;1561;p39">
            <a:extLst>
              <a:ext uri="{FF2B5EF4-FFF2-40B4-BE49-F238E27FC236}">
                <a16:creationId xmlns:a16="http://schemas.microsoft.com/office/drawing/2014/main" id="{AD2E30B5-9747-128A-A11E-FCC92B0C4248}"/>
              </a:ext>
            </a:extLst>
          </p:cNvPr>
          <p:cNvSpPr txBox="1">
            <a:spLocks noGrp="1"/>
          </p:cNvSpPr>
          <p:nvPr>
            <p:ph type="title"/>
          </p:nvPr>
        </p:nvSpPr>
        <p:spPr>
          <a:xfrm>
            <a:off x="509691" y="418976"/>
            <a:ext cx="7713900" cy="710700"/>
          </a:xfrm>
          <a:prstGeom prst="rect">
            <a:avLst/>
          </a:prstGeom>
          <a:ln>
            <a:noFill/>
          </a:ln>
        </p:spPr>
        <p:txBody>
          <a:bodyPr spcFirstLastPara="1" wrap="square" lIns="91425" tIns="91425" rIns="91425" bIns="91425" anchor="t" anchorCtr="0">
            <a:noAutofit/>
          </a:bodyPr>
          <a:lstStyle/>
          <a:p>
            <a:pPr lvl="0"/>
            <a:r>
              <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rPr>
              <a:t>Algorithm Definition</a:t>
            </a:r>
          </a:p>
        </p:txBody>
      </p:sp>
      <p:sp>
        <p:nvSpPr>
          <p:cNvPr id="1562" name="Google Shape;1562;p39">
            <a:extLst>
              <a:ext uri="{FF2B5EF4-FFF2-40B4-BE49-F238E27FC236}">
                <a16:creationId xmlns:a16="http://schemas.microsoft.com/office/drawing/2014/main" id="{300389AB-0FD5-EF44-66AD-8C98693D4FC0}"/>
              </a:ext>
            </a:extLst>
          </p:cNvPr>
          <p:cNvSpPr txBox="1"/>
          <p:nvPr/>
        </p:nvSpPr>
        <p:spPr>
          <a:xfrm>
            <a:off x="2378556" y="2024266"/>
            <a:ext cx="3976170" cy="1719474"/>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8" name="Rectangle 5">
            <a:extLst>
              <a:ext uri="{FF2B5EF4-FFF2-40B4-BE49-F238E27FC236}">
                <a16:creationId xmlns:a16="http://schemas.microsoft.com/office/drawing/2014/main" id="{B2E7BB66-F9F5-5605-5DDA-A66D7A2FEEDD}"/>
              </a:ext>
            </a:extLst>
          </p:cNvPr>
          <p:cNvSpPr>
            <a:spLocks noChangeArrowheads="1"/>
          </p:cNvSpPr>
          <p:nvPr/>
        </p:nvSpPr>
        <p:spPr bwMode="auto">
          <a:xfrm rot="10800000" flipV="1">
            <a:off x="509691" y="1079758"/>
            <a:ext cx="8416635" cy="3608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lgn="just"/>
            <a:r>
              <a:rPr lang="en-IN" b="1" dirty="0">
                <a:latin typeface="Times New Roman" panose="02020603050405020304" pitchFamily="18" charset="0"/>
                <a:cs typeface="Times New Roman" panose="02020603050405020304" pitchFamily="18" charset="0"/>
              </a:rPr>
              <a:t>. Random Forest (RF)</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Random Forest is an ensemble of Decision Trees built using bootstrap sampling and random feature selection. It reduces overfitting by averaging predictions from many uncorrelated trees, improving accuracy and generalization. In this project, it efficiently handles high-dimensional clickstream data and captures non-linear interactions between features like device type, IP, and click timestamp. It is robust to noisy data and imbalanced classes, making it a strong performer in fraud detection. Additionally, Random Forest provides feature importance scores, helping interpret which variables influence fraud detection the most.</a:t>
            </a:r>
          </a:p>
          <a:p>
            <a:pPr algn="just"/>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 K-Nearest </a:t>
            </a:r>
            <a:r>
              <a:rPr lang="en-IN" b="1" dirty="0" err="1">
                <a:latin typeface="Times New Roman" panose="02020603050405020304" pitchFamily="18" charset="0"/>
                <a:cs typeface="Times New Roman" panose="02020603050405020304" pitchFamily="18" charset="0"/>
              </a:rPr>
              <a:t>Neighbors</a:t>
            </a:r>
            <a:r>
              <a:rPr lang="en-IN" b="1" dirty="0">
                <a:latin typeface="Times New Roman" panose="02020603050405020304" pitchFamily="18" charset="0"/>
                <a:cs typeface="Times New Roman" panose="02020603050405020304" pitchFamily="18" charset="0"/>
              </a:rPr>
              <a:t> (KNN)</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KNN is a lazy learning algorithm that classifies a new sample by finding the majority class among its k-nearest data points in the training set. It uses distance metrics like Euclidean distance for comparison. KNN is simple and effective on small datasets with distinct class boundaries. In fraud detection, it helps identify patterns based on feature proximity, such as IP or time-based clusters of clicks. However, it can be computationally expensive for large datasets and sensitive to irrelevant features and scaling. Its simplicity makes it suitable for comparison and baseline evaluation in this project.</a:t>
            </a:r>
          </a:p>
          <a:p>
            <a:pPr lvl="0" algn="just" eaLnBrk="0" fontAlgn="base" hangingPunct="0">
              <a:lnSpc>
                <a:spcPct val="150000"/>
              </a:lnSpc>
              <a:spcBef>
                <a:spcPct val="0"/>
              </a:spcBef>
              <a:spcAft>
                <a:spcPct val="0"/>
              </a:spcAft>
              <a:buClrTx/>
            </a:pPr>
            <a:endParaRPr lang="en-US" altLang="en-US"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153597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560">
          <a:extLst>
            <a:ext uri="{FF2B5EF4-FFF2-40B4-BE49-F238E27FC236}">
              <a16:creationId xmlns:a16="http://schemas.microsoft.com/office/drawing/2014/main" id="{D46F8425-79B3-C824-F05E-D16C822771F9}"/>
            </a:ext>
          </a:extLst>
        </p:cNvPr>
        <p:cNvGrpSpPr/>
        <p:nvPr/>
      </p:nvGrpSpPr>
      <p:grpSpPr>
        <a:xfrm>
          <a:off x="0" y="0"/>
          <a:ext cx="0" cy="0"/>
          <a:chOff x="0" y="0"/>
          <a:chExt cx="0" cy="0"/>
        </a:xfrm>
      </p:grpSpPr>
      <p:sp>
        <p:nvSpPr>
          <p:cNvPr id="1561" name="Google Shape;1561;p39">
            <a:extLst>
              <a:ext uri="{FF2B5EF4-FFF2-40B4-BE49-F238E27FC236}">
                <a16:creationId xmlns:a16="http://schemas.microsoft.com/office/drawing/2014/main" id="{2F4E9939-8761-CCF8-3F97-AB3911A35614}"/>
              </a:ext>
            </a:extLst>
          </p:cNvPr>
          <p:cNvSpPr txBox="1">
            <a:spLocks noGrp="1"/>
          </p:cNvSpPr>
          <p:nvPr>
            <p:ph type="title"/>
          </p:nvPr>
        </p:nvSpPr>
        <p:spPr>
          <a:xfrm>
            <a:off x="509691" y="418976"/>
            <a:ext cx="7713900" cy="710700"/>
          </a:xfrm>
          <a:prstGeom prst="rect">
            <a:avLst/>
          </a:prstGeom>
          <a:ln>
            <a:noFill/>
          </a:ln>
        </p:spPr>
        <p:txBody>
          <a:bodyPr spcFirstLastPara="1" wrap="square" lIns="91425" tIns="91425" rIns="91425" bIns="91425" anchor="t" anchorCtr="0">
            <a:noAutofit/>
          </a:bodyPr>
          <a:lstStyle/>
          <a:p>
            <a:pPr lvl="0"/>
            <a:r>
              <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rPr>
              <a:t>Algorithm Definition</a:t>
            </a:r>
          </a:p>
        </p:txBody>
      </p:sp>
      <p:sp>
        <p:nvSpPr>
          <p:cNvPr id="1562" name="Google Shape;1562;p39">
            <a:extLst>
              <a:ext uri="{FF2B5EF4-FFF2-40B4-BE49-F238E27FC236}">
                <a16:creationId xmlns:a16="http://schemas.microsoft.com/office/drawing/2014/main" id="{40DDB19A-EFA4-04C5-DD24-74EEC6D8FE3C}"/>
              </a:ext>
            </a:extLst>
          </p:cNvPr>
          <p:cNvSpPr txBox="1"/>
          <p:nvPr/>
        </p:nvSpPr>
        <p:spPr>
          <a:xfrm>
            <a:off x="2378556" y="2024266"/>
            <a:ext cx="3976170" cy="1719474"/>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8" name="Rectangle 5">
            <a:extLst>
              <a:ext uri="{FF2B5EF4-FFF2-40B4-BE49-F238E27FC236}">
                <a16:creationId xmlns:a16="http://schemas.microsoft.com/office/drawing/2014/main" id="{06FC4693-83F8-7A8F-5894-721FFE0D7D64}"/>
              </a:ext>
            </a:extLst>
          </p:cNvPr>
          <p:cNvSpPr>
            <a:spLocks noChangeArrowheads="1"/>
          </p:cNvSpPr>
          <p:nvPr/>
        </p:nvSpPr>
        <p:spPr bwMode="auto">
          <a:xfrm rot="10800000" flipV="1">
            <a:off x="509691" y="1187480"/>
            <a:ext cx="8416635" cy="3393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lgn="just"/>
            <a:r>
              <a:rPr lang="en-IN" b="1" dirty="0">
                <a:latin typeface="Times New Roman" panose="02020603050405020304" pitchFamily="18" charset="0"/>
                <a:cs typeface="Times New Roman" panose="02020603050405020304" pitchFamily="18" charset="0"/>
              </a:rPr>
              <a:t>Logistic Regression (LR)</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Logistic Regression is a binary classification algorithm that models the probability of a click being fraudulent using a sigmoid function. It assumes a linear relationship between the input features and the log-odds of the output class. It is fast, interpretable, and effective on linearly separable data. In this project, it serves both as a baseline classifier and as a meta-learner in the stacking ensemble. Logistic Regression outputs class probabilities, which can be used to rank risks, making it a simple yet effective tool for initial fraud detection tasks.</a:t>
            </a:r>
          </a:p>
          <a:p>
            <a:pPr algn="just"/>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 Decision Tree (DT)</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Decision Trees split data into subsets using feature-based conditions. Each internal node represents a decision rule, and each leaf node represents a class label. It is easy to interpret, supports non-linear patterns, and handles both numerical and categorical data. In fraud detection, Decision Trees can capture decision boundaries based on feature thresholds like device type or click time. However, they are prone to overfitting, especially on noisy data. In this project, DT serves as both a standalone model and a base learner within the stacking classifier to provide fast and rule-based predictions.</a:t>
            </a:r>
          </a:p>
          <a:p>
            <a:pPr lvl="0" algn="just" eaLnBrk="0" fontAlgn="base" hangingPunct="0">
              <a:lnSpc>
                <a:spcPct val="150000"/>
              </a:lnSpc>
              <a:spcBef>
                <a:spcPct val="0"/>
              </a:spcBef>
              <a:spcAft>
                <a:spcPct val="0"/>
              </a:spcAft>
              <a:buClrTx/>
            </a:pPr>
            <a:endParaRPr lang="en-US" altLang="en-US"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237816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560">
          <a:extLst>
            <a:ext uri="{FF2B5EF4-FFF2-40B4-BE49-F238E27FC236}">
              <a16:creationId xmlns:a16="http://schemas.microsoft.com/office/drawing/2014/main" id="{DC3C8578-523B-BD65-6819-B0940477065D}"/>
            </a:ext>
          </a:extLst>
        </p:cNvPr>
        <p:cNvGrpSpPr/>
        <p:nvPr/>
      </p:nvGrpSpPr>
      <p:grpSpPr>
        <a:xfrm>
          <a:off x="0" y="0"/>
          <a:ext cx="0" cy="0"/>
          <a:chOff x="0" y="0"/>
          <a:chExt cx="0" cy="0"/>
        </a:xfrm>
      </p:grpSpPr>
      <p:sp>
        <p:nvSpPr>
          <p:cNvPr id="1561" name="Google Shape;1561;p39">
            <a:extLst>
              <a:ext uri="{FF2B5EF4-FFF2-40B4-BE49-F238E27FC236}">
                <a16:creationId xmlns:a16="http://schemas.microsoft.com/office/drawing/2014/main" id="{67508E4B-69BA-C24E-B45F-5D495A2C5957}"/>
              </a:ext>
            </a:extLst>
          </p:cNvPr>
          <p:cNvSpPr txBox="1">
            <a:spLocks noGrp="1"/>
          </p:cNvSpPr>
          <p:nvPr>
            <p:ph type="title"/>
          </p:nvPr>
        </p:nvSpPr>
        <p:spPr>
          <a:xfrm>
            <a:off x="509691" y="418976"/>
            <a:ext cx="7713900" cy="710700"/>
          </a:xfrm>
          <a:prstGeom prst="rect">
            <a:avLst/>
          </a:prstGeom>
          <a:ln>
            <a:noFill/>
          </a:ln>
        </p:spPr>
        <p:txBody>
          <a:bodyPr spcFirstLastPara="1" wrap="square" lIns="91425" tIns="91425" rIns="91425" bIns="91425" anchor="t" anchorCtr="0">
            <a:noAutofit/>
          </a:bodyPr>
          <a:lstStyle/>
          <a:p>
            <a:pPr lvl="0"/>
            <a:r>
              <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rPr>
              <a:t>Algorithm Definition</a:t>
            </a:r>
          </a:p>
        </p:txBody>
      </p:sp>
      <p:sp>
        <p:nvSpPr>
          <p:cNvPr id="1562" name="Google Shape;1562;p39">
            <a:extLst>
              <a:ext uri="{FF2B5EF4-FFF2-40B4-BE49-F238E27FC236}">
                <a16:creationId xmlns:a16="http://schemas.microsoft.com/office/drawing/2014/main" id="{0C6036B8-F2EC-6DA0-1CDD-079BE4ED4C66}"/>
              </a:ext>
            </a:extLst>
          </p:cNvPr>
          <p:cNvSpPr txBox="1"/>
          <p:nvPr/>
        </p:nvSpPr>
        <p:spPr>
          <a:xfrm>
            <a:off x="2378556" y="2024266"/>
            <a:ext cx="3976170" cy="1719474"/>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8" name="Rectangle 5">
            <a:extLst>
              <a:ext uri="{FF2B5EF4-FFF2-40B4-BE49-F238E27FC236}">
                <a16:creationId xmlns:a16="http://schemas.microsoft.com/office/drawing/2014/main" id="{2D38454E-81B5-ED21-2040-B6313C79670F}"/>
              </a:ext>
            </a:extLst>
          </p:cNvPr>
          <p:cNvSpPr>
            <a:spLocks noChangeArrowheads="1"/>
          </p:cNvSpPr>
          <p:nvPr/>
        </p:nvSpPr>
        <p:spPr bwMode="auto">
          <a:xfrm rot="10800000" flipV="1">
            <a:off x="509690" y="1079758"/>
            <a:ext cx="8004389" cy="3608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lgn="just"/>
            <a:r>
              <a:rPr lang="en-IN" b="1" dirty="0">
                <a:latin typeface="Times New Roman" panose="02020603050405020304" pitchFamily="18" charset="0"/>
                <a:cs typeface="Times New Roman" panose="02020603050405020304" pitchFamily="18" charset="0"/>
              </a:rPr>
              <a:t>Naive Bayes (NB)</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Naive Bayes is a probabilistic classifier based on Bayes' theorem, assuming conditional independence between features. It computes the posterior probability of each class and selects the most likely one. Despite the independence assumption, it performs well on high-dimensional data and is computationally efficient. In this project, it’s applied to structured ad click data where rapid predictions are needed. Its simplicity and speed make it ideal for streaming data scenarios or as a lightweight model for comparison. Naive Bayes also works well with categorical and sparse features like app ID or OS version.</a:t>
            </a:r>
          </a:p>
          <a:p>
            <a:pPr algn="just"/>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Support Vector Machine (SVM)</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SVM is a margin-based classifier that finds the hyperplane that best separates two classes with maximum margin. It supports non-linear classification using kernel functions like RBF or polynomial kernels. SVM works well in high-dimensional spaces and is effective in fraud detection tasks where classes are separable. It can handle complex relationships among features like click sequence patterns or channel distributions. However, SVM can be slow on large datasets. In this project, it is used to benchmark performance against other models due to its solid theoretical foundation and ability to generalize well.</a:t>
            </a:r>
          </a:p>
          <a:p>
            <a:pPr lvl="0" algn="just" eaLnBrk="0" fontAlgn="base" hangingPunct="0">
              <a:lnSpc>
                <a:spcPct val="150000"/>
              </a:lnSpc>
              <a:spcBef>
                <a:spcPct val="0"/>
              </a:spcBef>
              <a:spcAft>
                <a:spcPct val="0"/>
              </a:spcAft>
              <a:buClrTx/>
            </a:pPr>
            <a:endParaRPr lang="en-US" altLang="en-US"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441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560">
          <a:extLst>
            <a:ext uri="{FF2B5EF4-FFF2-40B4-BE49-F238E27FC236}">
              <a16:creationId xmlns:a16="http://schemas.microsoft.com/office/drawing/2014/main" id="{40EABB81-28F3-8906-B4B6-AB356F8640A5}"/>
            </a:ext>
          </a:extLst>
        </p:cNvPr>
        <p:cNvGrpSpPr/>
        <p:nvPr/>
      </p:nvGrpSpPr>
      <p:grpSpPr>
        <a:xfrm>
          <a:off x="0" y="0"/>
          <a:ext cx="0" cy="0"/>
          <a:chOff x="0" y="0"/>
          <a:chExt cx="0" cy="0"/>
        </a:xfrm>
      </p:grpSpPr>
      <p:sp>
        <p:nvSpPr>
          <p:cNvPr id="1561" name="Google Shape;1561;p39">
            <a:extLst>
              <a:ext uri="{FF2B5EF4-FFF2-40B4-BE49-F238E27FC236}">
                <a16:creationId xmlns:a16="http://schemas.microsoft.com/office/drawing/2014/main" id="{3807092C-7412-F7C1-5C64-0CDA2919E19A}"/>
              </a:ext>
            </a:extLst>
          </p:cNvPr>
          <p:cNvSpPr txBox="1">
            <a:spLocks noGrp="1"/>
          </p:cNvSpPr>
          <p:nvPr>
            <p:ph type="title"/>
          </p:nvPr>
        </p:nvSpPr>
        <p:spPr>
          <a:xfrm>
            <a:off x="509691" y="418976"/>
            <a:ext cx="7713900" cy="710700"/>
          </a:xfrm>
          <a:prstGeom prst="rect">
            <a:avLst/>
          </a:prstGeom>
          <a:ln>
            <a:noFill/>
          </a:ln>
        </p:spPr>
        <p:txBody>
          <a:bodyPr spcFirstLastPara="1" wrap="square" lIns="91425" tIns="91425" rIns="91425" bIns="91425" anchor="t" anchorCtr="0">
            <a:noAutofit/>
          </a:bodyPr>
          <a:lstStyle/>
          <a:p>
            <a:pPr lvl="0"/>
            <a:r>
              <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rPr>
              <a:t>Algorithm Definition</a:t>
            </a:r>
          </a:p>
        </p:txBody>
      </p:sp>
      <p:sp>
        <p:nvSpPr>
          <p:cNvPr id="1562" name="Google Shape;1562;p39">
            <a:extLst>
              <a:ext uri="{FF2B5EF4-FFF2-40B4-BE49-F238E27FC236}">
                <a16:creationId xmlns:a16="http://schemas.microsoft.com/office/drawing/2014/main" id="{B01665FC-78AA-CBB1-AF00-75FE36B5E794}"/>
              </a:ext>
            </a:extLst>
          </p:cNvPr>
          <p:cNvSpPr txBox="1"/>
          <p:nvPr/>
        </p:nvSpPr>
        <p:spPr>
          <a:xfrm>
            <a:off x="2378556" y="2024266"/>
            <a:ext cx="3976170" cy="1719474"/>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8" name="Rectangle 5">
            <a:extLst>
              <a:ext uri="{FF2B5EF4-FFF2-40B4-BE49-F238E27FC236}">
                <a16:creationId xmlns:a16="http://schemas.microsoft.com/office/drawing/2014/main" id="{E3DCF2A1-3F24-6354-0F0C-E30EC188880B}"/>
              </a:ext>
            </a:extLst>
          </p:cNvPr>
          <p:cNvSpPr>
            <a:spLocks noChangeArrowheads="1"/>
          </p:cNvSpPr>
          <p:nvPr/>
        </p:nvSpPr>
        <p:spPr bwMode="auto">
          <a:xfrm rot="10800000" flipV="1">
            <a:off x="509691" y="1079758"/>
            <a:ext cx="8416635" cy="3608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lgn="just"/>
            <a:r>
              <a:rPr lang="en-IN" b="1" dirty="0">
                <a:latin typeface="Times New Roman" panose="02020603050405020304" pitchFamily="18" charset="0"/>
                <a:cs typeface="Times New Roman" panose="02020603050405020304" pitchFamily="18" charset="0"/>
              </a:rPr>
              <a:t>Gradient Boosting (GB)</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Gradient Boosting is an ensemble method that builds models sequentially, where each new model corrects the residual errors of the previous ones. It uses gradient descent to minimize the loss function. In this project, GB captures complex relationships in clickstream data by combining many weak learners, typically decision trees. It offers high accuracy but is sensitive to overfitting and hyperparameter tuning. Gradient Boosting is effective in scenarios with class imbalance and can model subtle fraud patterns. Its interpretability and performance make it a strong choice for fraud detection in ad campaigns.</a:t>
            </a:r>
          </a:p>
          <a:p>
            <a:pPr algn="just"/>
            <a:endParaRPr lang="en-IN" b="1"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 </a:t>
            </a:r>
            <a:r>
              <a:rPr lang="en-IN" b="1" dirty="0" err="1">
                <a:latin typeface="Times New Roman" panose="02020603050405020304" pitchFamily="18" charset="0"/>
                <a:cs typeface="Times New Roman" panose="02020603050405020304" pitchFamily="18" charset="0"/>
              </a:rPr>
              <a:t>LightGBM</a:t>
            </a:r>
            <a:endParaRPr lang="en-IN" dirty="0">
              <a:latin typeface="Times New Roman" panose="02020603050405020304" pitchFamily="18" charset="0"/>
              <a:cs typeface="Times New Roman" panose="02020603050405020304" pitchFamily="18" charset="0"/>
            </a:endParaRPr>
          </a:p>
          <a:p>
            <a:pPr algn="just"/>
            <a:r>
              <a:rPr lang="en-IN" dirty="0" err="1">
                <a:latin typeface="Times New Roman" panose="02020603050405020304" pitchFamily="18" charset="0"/>
                <a:cs typeface="Times New Roman" panose="02020603050405020304" pitchFamily="18" charset="0"/>
              </a:rPr>
              <a:t>LightGBM</a:t>
            </a:r>
            <a:r>
              <a:rPr lang="en-IN" dirty="0">
                <a:latin typeface="Times New Roman" panose="02020603050405020304" pitchFamily="18" charset="0"/>
                <a:cs typeface="Times New Roman" panose="02020603050405020304" pitchFamily="18" charset="0"/>
              </a:rPr>
              <a:t> is a fast, high-performance gradient boosting framework designed for large datasets. It uses histogram-based algorithms and grows trees leaf-wise rather than level-wise, improving accuracy and speed. In this project, </a:t>
            </a:r>
            <a:r>
              <a:rPr lang="en-IN" dirty="0" err="1">
                <a:latin typeface="Times New Roman" panose="02020603050405020304" pitchFamily="18" charset="0"/>
                <a:cs typeface="Times New Roman" panose="02020603050405020304" pitchFamily="18" charset="0"/>
              </a:rPr>
              <a:t>LightGBM</a:t>
            </a:r>
            <a:r>
              <a:rPr lang="en-IN" dirty="0">
                <a:latin typeface="Times New Roman" panose="02020603050405020304" pitchFamily="18" charset="0"/>
                <a:cs typeface="Times New Roman" panose="02020603050405020304" pitchFamily="18" charset="0"/>
              </a:rPr>
              <a:t> handles high-dimensional click data with ease, offering superior performance on large-scale ad fraud datasets. It supports parallel learning, native categorical features, and regularization techniques, making it efficient and scalable. </a:t>
            </a:r>
            <a:r>
              <a:rPr lang="en-IN" dirty="0" err="1">
                <a:latin typeface="Times New Roman" panose="02020603050405020304" pitchFamily="18" charset="0"/>
                <a:cs typeface="Times New Roman" panose="02020603050405020304" pitchFamily="18" charset="0"/>
              </a:rPr>
              <a:t>LightGBM</a:t>
            </a:r>
            <a:r>
              <a:rPr lang="en-IN" dirty="0">
                <a:latin typeface="Times New Roman" panose="02020603050405020304" pitchFamily="18" charset="0"/>
                <a:cs typeface="Times New Roman" panose="02020603050405020304" pitchFamily="18" charset="0"/>
              </a:rPr>
              <a:t> is used both as a standalone model and as a base learner in the stacking ensemble due to its robustness, speed, and effectiveness in fraud classification tasks.</a:t>
            </a:r>
          </a:p>
          <a:p>
            <a:pPr lvl="0" algn="just" eaLnBrk="0" fontAlgn="base" hangingPunct="0">
              <a:lnSpc>
                <a:spcPct val="150000"/>
              </a:lnSpc>
              <a:spcBef>
                <a:spcPct val="0"/>
              </a:spcBef>
              <a:spcAft>
                <a:spcPct val="0"/>
              </a:spcAft>
              <a:buClrTx/>
            </a:pPr>
            <a:endParaRPr lang="en-US" altLang="en-US"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105468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560">
          <a:extLst>
            <a:ext uri="{FF2B5EF4-FFF2-40B4-BE49-F238E27FC236}">
              <a16:creationId xmlns:a16="http://schemas.microsoft.com/office/drawing/2014/main" id="{5D8E5E0C-237C-B0D8-6B3E-ECD3558F2ABD}"/>
            </a:ext>
          </a:extLst>
        </p:cNvPr>
        <p:cNvGrpSpPr/>
        <p:nvPr/>
      </p:nvGrpSpPr>
      <p:grpSpPr>
        <a:xfrm>
          <a:off x="0" y="0"/>
          <a:ext cx="0" cy="0"/>
          <a:chOff x="0" y="0"/>
          <a:chExt cx="0" cy="0"/>
        </a:xfrm>
      </p:grpSpPr>
      <p:sp>
        <p:nvSpPr>
          <p:cNvPr id="1561" name="Google Shape;1561;p39">
            <a:extLst>
              <a:ext uri="{FF2B5EF4-FFF2-40B4-BE49-F238E27FC236}">
                <a16:creationId xmlns:a16="http://schemas.microsoft.com/office/drawing/2014/main" id="{B24C25E6-EF63-E802-2BB4-0E76BC7CB41C}"/>
              </a:ext>
            </a:extLst>
          </p:cNvPr>
          <p:cNvSpPr txBox="1">
            <a:spLocks noGrp="1"/>
          </p:cNvSpPr>
          <p:nvPr>
            <p:ph type="title"/>
          </p:nvPr>
        </p:nvSpPr>
        <p:spPr>
          <a:xfrm>
            <a:off x="509691" y="418976"/>
            <a:ext cx="7713900" cy="710700"/>
          </a:xfrm>
          <a:prstGeom prst="rect">
            <a:avLst/>
          </a:prstGeom>
          <a:ln>
            <a:noFill/>
          </a:ln>
        </p:spPr>
        <p:txBody>
          <a:bodyPr spcFirstLastPara="1" wrap="square" lIns="91425" tIns="91425" rIns="91425" bIns="91425" anchor="t" anchorCtr="0">
            <a:noAutofit/>
          </a:bodyPr>
          <a:lstStyle/>
          <a:p>
            <a:pPr lvl="0"/>
            <a:r>
              <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rPr>
              <a:t>Algorithm Definition</a:t>
            </a:r>
          </a:p>
        </p:txBody>
      </p:sp>
      <p:sp>
        <p:nvSpPr>
          <p:cNvPr id="1562" name="Google Shape;1562;p39">
            <a:extLst>
              <a:ext uri="{FF2B5EF4-FFF2-40B4-BE49-F238E27FC236}">
                <a16:creationId xmlns:a16="http://schemas.microsoft.com/office/drawing/2014/main" id="{2C21C3DC-37B3-242A-95D8-B90222FE700A}"/>
              </a:ext>
            </a:extLst>
          </p:cNvPr>
          <p:cNvSpPr txBox="1"/>
          <p:nvPr/>
        </p:nvSpPr>
        <p:spPr>
          <a:xfrm>
            <a:off x="2378556" y="2024266"/>
            <a:ext cx="3976170" cy="1719474"/>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8" name="Rectangle 5">
            <a:extLst>
              <a:ext uri="{FF2B5EF4-FFF2-40B4-BE49-F238E27FC236}">
                <a16:creationId xmlns:a16="http://schemas.microsoft.com/office/drawing/2014/main" id="{D55C885B-23C2-7B3F-8112-F4C44C635AC3}"/>
              </a:ext>
            </a:extLst>
          </p:cNvPr>
          <p:cNvSpPr>
            <a:spLocks noChangeArrowheads="1"/>
          </p:cNvSpPr>
          <p:nvPr/>
        </p:nvSpPr>
        <p:spPr bwMode="auto">
          <a:xfrm rot="10800000" flipV="1">
            <a:off x="509691" y="1079759"/>
            <a:ext cx="8416635" cy="3608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lgn="just"/>
            <a:r>
              <a:rPr lang="en-IN" b="1" dirty="0" err="1">
                <a:latin typeface="Times New Roman" panose="02020603050405020304" pitchFamily="18" charset="0"/>
                <a:cs typeface="Times New Roman" panose="02020603050405020304" pitchFamily="18" charset="0"/>
              </a:rPr>
              <a:t>XGBoost</a:t>
            </a:r>
            <a:endParaRPr lang="en-IN" dirty="0">
              <a:latin typeface="Times New Roman" panose="02020603050405020304" pitchFamily="18" charset="0"/>
              <a:cs typeface="Times New Roman" panose="02020603050405020304" pitchFamily="18" charset="0"/>
            </a:endParaRPr>
          </a:p>
          <a:p>
            <a:pPr algn="just"/>
            <a:r>
              <a:rPr lang="en-IN" dirty="0" err="1">
                <a:latin typeface="Times New Roman" panose="02020603050405020304" pitchFamily="18" charset="0"/>
                <a:cs typeface="Times New Roman" panose="02020603050405020304" pitchFamily="18" charset="0"/>
              </a:rPr>
              <a:t>XGBoost</a:t>
            </a:r>
            <a:r>
              <a:rPr lang="en-IN" dirty="0">
                <a:latin typeface="Times New Roman" panose="02020603050405020304" pitchFamily="18" charset="0"/>
                <a:cs typeface="Times New Roman" panose="02020603050405020304" pitchFamily="18" charset="0"/>
              </a:rPr>
              <a:t> is an optimized gradient boosting algorithm known for its performance and scalability. It incorporates regularization (L1/L2), parallel processing, and missing value handling. In this project, </a:t>
            </a:r>
            <a:r>
              <a:rPr lang="en-IN" dirty="0" err="1">
                <a:latin typeface="Times New Roman" panose="02020603050405020304" pitchFamily="18" charset="0"/>
                <a:cs typeface="Times New Roman" panose="02020603050405020304" pitchFamily="18" charset="0"/>
              </a:rPr>
              <a:t>XGBoost</a:t>
            </a:r>
            <a:r>
              <a:rPr lang="en-IN" dirty="0">
                <a:latin typeface="Times New Roman" panose="02020603050405020304" pitchFamily="18" charset="0"/>
                <a:cs typeface="Times New Roman" panose="02020603050405020304" pitchFamily="18" charset="0"/>
              </a:rPr>
              <a:t> is one of the top-performing models, identifying fraudulent clicks by learning complex patterns in clickstream features. Its ability to handle noise, imbalanced data, and overfitting makes it suitable for real-world ad fraud scenarios. Additionally, </a:t>
            </a:r>
            <a:r>
              <a:rPr lang="en-IN" dirty="0" err="1">
                <a:latin typeface="Times New Roman" panose="02020603050405020304" pitchFamily="18" charset="0"/>
                <a:cs typeface="Times New Roman" panose="02020603050405020304" pitchFamily="18" charset="0"/>
              </a:rPr>
              <a:t>XGBoost</a:t>
            </a:r>
            <a:r>
              <a:rPr lang="en-IN" dirty="0">
                <a:latin typeface="Times New Roman" panose="02020603050405020304" pitchFamily="18" charset="0"/>
                <a:cs typeface="Times New Roman" panose="02020603050405020304" pitchFamily="18" charset="0"/>
              </a:rPr>
              <a:t> provides interpretable outputs through feature importance metrics. It is also used in the stacking ensemble for boosting overall accuracy and stability.</a:t>
            </a:r>
          </a:p>
          <a:p>
            <a:pPr algn="just"/>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Artificial Neural Network (ANN)</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ANNs are feedforward networks composed of input, hidden, and output layers, with each neuron applying a weighted sum followed by an activation function. They learn complex non-linear relationships in data. In this project, ANN is applied to model interactions between features like IP, device, app, and time. It provides better generalization than linear models but requires careful tuning and preprocessing. ANNs work well with structured data and can handle noise and variance. Their flexibility makes them a suitable choice for integrating multiple data features in fraud detection.</a:t>
            </a:r>
          </a:p>
          <a:p>
            <a:pPr lvl="0" algn="just" eaLnBrk="0" fontAlgn="base" hangingPunct="0">
              <a:lnSpc>
                <a:spcPct val="150000"/>
              </a:lnSpc>
              <a:spcBef>
                <a:spcPct val="0"/>
              </a:spcBef>
              <a:spcAft>
                <a:spcPct val="0"/>
              </a:spcAft>
              <a:buClrTx/>
            </a:pPr>
            <a:endParaRPr lang="en-US" altLang="en-US"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115074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560">
          <a:extLst>
            <a:ext uri="{FF2B5EF4-FFF2-40B4-BE49-F238E27FC236}">
              <a16:creationId xmlns:a16="http://schemas.microsoft.com/office/drawing/2014/main" id="{5E64B5F7-9745-DCB0-BCC2-AAE560DC60C9}"/>
            </a:ext>
          </a:extLst>
        </p:cNvPr>
        <p:cNvGrpSpPr/>
        <p:nvPr/>
      </p:nvGrpSpPr>
      <p:grpSpPr>
        <a:xfrm>
          <a:off x="0" y="0"/>
          <a:ext cx="0" cy="0"/>
          <a:chOff x="0" y="0"/>
          <a:chExt cx="0" cy="0"/>
        </a:xfrm>
      </p:grpSpPr>
      <p:sp>
        <p:nvSpPr>
          <p:cNvPr id="1561" name="Google Shape;1561;p39">
            <a:extLst>
              <a:ext uri="{FF2B5EF4-FFF2-40B4-BE49-F238E27FC236}">
                <a16:creationId xmlns:a16="http://schemas.microsoft.com/office/drawing/2014/main" id="{909636EE-A232-F04B-8FFE-D9A1CE1C418C}"/>
              </a:ext>
            </a:extLst>
          </p:cNvPr>
          <p:cNvSpPr txBox="1">
            <a:spLocks noGrp="1"/>
          </p:cNvSpPr>
          <p:nvPr>
            <p:ph type="title"/>
          </p:nvPr>
        </p:nvSpPr>
        <p:spPr>
          <a:xfrm>
            <a:off x="509691" y="418976"/>
            <a:ext cx="7713900" cy="710700"/>
          </a:xfrm>
          <a:prstGeom prst="rect">
            <a:avLst/>
          </a:prstGeom>
          <a:ln>
            <a:noFill/>
          </a:ln>
        </p:spPr>
        <p:txBody>
          <a:bodyPr spcFirstLastPara="1" wrap="square" lIns="91425" tIns="91425" rIns="91425" bIns="91425" anchor="t" anchorCtr="0">
            <a:noAutofit/>
          </a:bodyPr>
          <a:lstStyle/>
          <a:p>
            <a:pPr lvl="0"/>
            <a:r>
              <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rPr>
              <a:t>Algorithm Definition</a:t>
            </a:r>
          </a:p>
        </p:txBody>
      </p:sp>
      <p:sp>
        <p:nvSpPr>
          <p:cNvPr id="1562" name="Google Shape;1562;p39">
            <a:extLst>
              <a:ext uri="{FF2B5EF4-FFF2-40B4-BE49-F238E27FC236}">
                <a16:creationId xmlns:a16="http://schemas.microsoft.com/office/drawing/2014/main" id="{65593F07-83F0-FD21-03CC-CA7CA2097AA2}"/>
              </a:ext>
            </a:extLst>
          </p:cNvPr>
          <p:cNvSpPr txBox="1"/>
          <p:nvPr/>
        </p:nvSpPr>
        <p:spPr>
          <a:xfrm>
            <a:off x="2378556" y="2024266"/>
            <a:ext cx="3976170" cy="1719474"/>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8" name="Rectangle 5">
            <a:extLst>
              <a:ext uri="{FF2B5EF4-FFF2-40B4-BE49-F238E27FC236}">
                <a16:creationId xmlns:a16="http://schemas.microsoft.com/office/drawing/2014/main" id="{F9B04849-16B5-AF07-3E9F-CDFBD013D0E0}"/>
              </a:ext>
            </a:extLst>
          </p:cNvPr>
          <p:cNvSpPr>
            <a:spLocks noChangeArrowheads="1"/>
          </p:cNvSpPr>
          <p:nvPr/>
        </p:nvSpPr>
        <p:spPr bwMode="auto">
          <a:xfrm rot="10800000" flipV="1">
            <a:off x="509691" y="1079760"/>
            <a:ext cx="8416635" cy="3608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lgn="just"/>
            <a:r>
              <a:rPr lang="en-IN" b="1" dirty="0">
                <a:latin typeface="Times New Roman" panose="02020603050405020304" pitchFamily="18" charset="0"/>
                <a:cs typeface="Times New Roman" panose="02020603050405020304" pitchFamily="18" charset="0"/>
              </a:rPr>
              <a:t>Convolutional Neural Network (CNN)</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CNNs are designed for spatial data like images, but they can be applied to structured data by reshaping it into 2D grids. They use convolutional filters to extract local patterns and pooling layers to reduce dimensions. In this project, CNN is used to model spatial relationships between engineered features. It identifies complex interactions among variables like app ID, timestamp, and channel in a structured way. CNNs are highly effective in automatic feature extraction and generalization, making them valuable for fraud classification with minimal manual feature engineering.</a:t>
            </a:r>
          </a:p>
          <a:p>
            <a:pPr algn="just"/>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 Deep Neural Network (DNN)</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DNNs extend ANNs by stacking multiple hidden layers, allowing for the learning of more abstract and complex feature hierarchies. In this project, DNN is used to capture intricate relationships within high-dimensional click data. It enables deeper representation learning and performs well on large datasets with many input features. Although DNNs are prone to overfitting, proper regularization and dropout techniques mitigate this. Their versatility and ability to learn non-linear functions make DNNs suitable for </a:t>
            </a:r>
            <a:r>
              <a:rPr lang="en-IN" dirty="0" err="1">
                <a:latin typeface="Times New Roman" panose="02020603050405020304" pitchFamily="18" charset="0"/>
                <a:cs typeface="Times New Roman" panose="02020603050405020304" pitchFamily="18" charset="0"/>
              </a:rPr>
              <a:t>modeling</a:t>
            </a:r>
            <a:r>
              <a:rPr lang="en-IN" dirty="0">
                <a:latin typeface="Times New Roman" panose="02020603050405020304" pitchFamily="18" charset="0"/>
                <a:cs typeface="Times New Roman" panose="02020603050405020304" pitchFamily="18" charset="0"/>
              </a:rPr>
              <a:t> the diverse patterns seen in fraudulent and legitimate clicks.</a:t>
            </a:r>
          </a:p>
          <a:p>
            <a:pPr lvl="0" algn="just" eaLnBrk="0" fontAlgn="base" hangingPunct="0">
              <a:lnSpc>
                <a:spcPct val="150000"/>
              </a:lnSpc>
              <a:spcBef>
                <a:spcPct val="0"/>
              </a:spcBef>
              <a:spcAft>
                <a:spcPct val="0"/>
              </a:spcAft>
              <a:buClrTx/>
            </a:pPr>
            <a:endParaRPr lang="en-US" altLang="en-US"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223455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509691" y="414929"/>
            <a:ext cx="7713900" cy="710700"/>
          </a:xfrm>
          <a:prstGeom prst="rect">
            <a:avLst/>
          </a:prstGeom>
          <a:ln>
            <a:noFill/>
          </a:ln>
        </p:spPr>
        <p:txBody>
          <a:bodyPr spcFirstLastPara="1" wrap="square" lIns="91425" tIns="91425" rIns="91425" bIns="91425" anchor="t" anchorCtr="0">
            <a:noAutofit/>
          </a:bodyPr>
          <a:lstStyle/>
          <a:p>
            <a:pPr lvl="0"/>
            <a:r>
              <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rPr>
              <a:t>Algorithm Definition</a:t>
            </a:r>
          </a:p>
        </p:txBody>
      </p:sp>
      <p:sp>
        <p:nvSpPr>
          <p:cNvPr id="1562" name="Google Shape;1562;p39"/>
          <p:cNvSpPr txBox="1"/>
          <p:nvPr/>
        </p:nvSpPr>
        <p:spPr>
          <a:xfrm>
            <a:off x="2378556" y="2024266"/>
            <a:ext cx="3976170" cy="1719474"/>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9" name="Rectangle 6"/>
          <p:cNvSpPr>
            <a:spLocks noChangeArrowheads="1"/>
          </p:cNvSpPr>
          <p:nvPr/>
        </p:nvSpPr>
        <p:spPr bwMode="auto">
          <a:xfrm>
            <a:off x="713747" y="1100118"/>
            <a:ext cx="7683923" cy="35677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lgn="just"/>
            <a:r>
              <a:rPr lang="en-IN" b="1" dirty="0">
                <a:latin typeface="Times New Roman" panose="02020603050405020304" pitchFamily="18" charset="0"/>
                <a:cs typeface="Times New Roman" panose="02020603050405020304" pitchFamily="18" charset="0"/>
              </a:rPr>
              <a:t>Recurrent Neural Network (RNN)</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RNNs are designed to handle sequential data by maintaining hidden states that capture temporal dependencies. Each input is processed in a sequence, with output dependent on previous computations. In this project, RNN is used to model sequences of user click </a:t>
            </a:r>
            <a:r>
              <a:rPr lang="en-IN" dirty="0" err="1">
                <a:latin typeface="Times New Roman" panose="02020603050405020304" pitchFamily="18" charset="0"/>
                <a:cs typeface="Times New Roman" panose="02020603050405020304" pitchFamily="18" charset="0"/>
              </a:rPr>
              <a:t>behaviors</a:t>
            </a:r>
            <a:r>
              <a:rPr lang="en-IN" dirty="0">
                <a:latin typeface="Times New Roman" panose="02020603050405020304" pitchFamily="18" charset="0"/>
                <a:cs typeface="Times New Roman" panose="02020603050405020304" pitchFamily="18" charset="0"/>
              </a:rPr>
              <a:t>. RNNs are effective when fraud patterns depend on the order and timing of clicks. However, traditional RNNs suffer from vanishing gradient problems in long sequences. Despite this, they are useful for basic temporal </a:t>
            </a:r>
            <a:r>
              <a:rPr lang="en-IN" dirty="0" err="1">
                <a:latin typeface="Times New Roman" panose="02020603050405020304" pitchFamily="18" charset="0"/>
                <a:cs typeface="Times New Roman" panose="02020603050405020304" pitchFamily="18" charset="0"/>
              </a:rPr>
              <a:t>modeling</a:t>
            </a:r>
            <a:r>
              <a:rPr lang="en-IN" dirty="0">
                <a:latin typeface="Times New Roman" panose="02020603050405020304" pitchFamily="18" charset="0"/>
                <a:cs typeface="Times New Roman" panose="02020603050405020304" pitchFamily="18" charset="0"/>
              </a:rPr>
              <a:t> and serve as a foundation for more advanced models like LSTM and GRU.</a:t>
            </a:r>
          </a:p>
          <a:p>
            <a:pPr algn="just"/>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Long Short-Term Memory (LSTM)</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LSTM is a specialized RNN architecture that overcomes the limitations of traditional RNNs by introducing memory cells and gating mechanisms. It is capable of learning long-term dependencies and filtering irrelevant information. In this project, LSTM models user </a:t>
            </a:r>
            <a:r>
              <a:rPr lang="en-IN" dirty="0" err="1">
                <a:latin typeface="Times New Roman" panose="02020603050405020304" pitchFamily="18" charset="0"/>
                <a:cs typeface="Times New Roman" panose="02020603050405020304" pitchFamily="18" charset="0"/>
              </a:rPr>
              <a:t>behavior</a:t>
            </a:r>
            <a:r>
              <a:rPr lang="en-IN" dirty="0">
                <a:latin typeface="Times New Roman" panose="02020603050405020304" pitchFamily="18" charset="0"/>
                <a:cs typeface="Times New Roman" panose="02020603050405020304" pitchFamily="18" charset="0"/>
              </a:rPr>
              <a:t> over time, capturing sequences and timing of clicks to detect fraud patterns. LSTM helps identify coordinated or time-delayed fraudulent activities. It is well-suited for sequential fraud detection tasks where historical context significantly affects prediction outcomes.</a:t>
            </a:r>
          </a:p>
          <a:p>
            <a:pPr lvl="0" algn="just" eaLnBrk="0" fontAlgn="base" hangingPunct="0">
              <a:lnSpc>
                <a:spcPct val="150000"/>
              </a:lnSpc>
              <a:spcBef>
                <a:spcPct val="0"/>
              </a:spcBef>
              <a:spcAft>
                <a:spcPct val="0"/>
              </a:spcAft>
              <a:buClrTx/>
            </a:pPr>
            <a:endParaRPr lang="en-US" altLang="en-US" sz="12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560"/>
        <p:cNvGrpSpPr/>
        <p:nvPr/>
      </p:nvGrpSpPr>
      <p:grpSpPr>
        <a:xfrm>
          <a:off x="0" y="0"/>
          <a:ext cx="0" cy="0"/>
          <a:chOff x="0" y="0"/>
          <a:chExt cx="0" cy="0"/>
        </a:xfrm>
      </p:grpSpPr>
      <p:sp>
        <p:nvSpPr>
          <p:cNvPr id="1561" name="Google Shape;1561;p39"/>
          <p:cNvSpPr txBox="1">
            <a:spLocks noGrp="1"/>
          </p:cNvSpPr>
          <p:nvPr>
            <p:ph type="title"/>
          </p:nvPr>
        </p:nvSpPr>
        <p:spPr>
          <a:xfrm>
            <a:off x="509691" y="414929"/>
            <a:ext cx="7713900" cy="710700"/>
          </a:xfrm>
          <a:prstGeom prst="rect">
            <a:avLst/>
          </a:prstGeom>
          <a:ln>
            <a:noFill/>
          </a:ln>
        </p:spPr>
        <p:txBody>
          <a:bodyPr spcFirstLastPara="1" wrap="square" lIns="91425" tIns="91425" rIns="91425" bIns="91425" anchor="t" anchorCtr="0">
            <a:noAutofit/>
          </a:bodyPr>
          <a:lstStyle/>
          <a:p>
            <a:pPr lvl="0"/>
            <a:r>
              <a:rPr lang="en-IN" sz="2400" b="1" dirty="0">
                <a:latin typeface="Times New Roman" panose="02020603050405020304" pitchFamily="18" charset="0"/>
                <a:ea typeface="Poppins" panose="00000500000000000000"/>
                <a:cs typeface="Times New Roman" panose="02020603050405020304" pitchFamily="18" charset="0"/>
                <a:sym typeface="Poppins" panose="00000500000000000000"/>
              </a:rPr>
              <a:t>Algorithm Definition</a:t>
            </a:r>
          </a:p>
        </p:txBody>
      </p:sp>
      <p:sp>
        <p:nvSpPr>
          <p:cNvPr id="1562" name="Google Shape;1562;p39"/>
          <p:cNvSpPr txBox="1"/>
          <p:nvPr/>
        </p:nvSpPr>
        <p:spPr>
          <a:xfrm>
            <a:off x="2378556" y="2024266"/>
            <a:ext cx="3976170" cy="1719474"/>
          </a:xfrm>
          <a:prstGeom prst="rect">
            <a:avLst/>
          </a:prstGeom>
          <a:noFill/>
          <a:ln>
            <a:noFill/>
          </a:ln>
        </p:spPr>
        <p:txBody>
          <a:bodyPr spcFirstLastPara="1" wrap="square" lIns="91425" tIns="91425" rIns="91425" bIns="91425" anchor="t" anchorCtr="0">
            <a:noAutofit/>
          </a:bodyPr>
          <a:lstStyle/>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9" name="Rectangle 6"/>
          <p:cNvSpPr>
            <a:spLocks noChangeArrowheads="1"/>
          </p:cNvSpPr>
          <p:nvPr/>
        </p:nvSpPr>
        <p:spPr bwMode="auto">
          <a:xfrm>
            <a:off x="509691" y="1017017"/>
            <a:ext cx="8013693"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lgn="just"/>
            <a:r>
              <a:rPr lang="en-IN" b="1" dirty="0">
                <a:latin typeface="Times New Roman" panose="02020603050405020304" pitchFamily="18" charset="0"/>
                <a:cs typeface="Times New Roman" panose="02020603050405020304" pitchFamily="18" charset="0"/>
              </a:rPr>
              <a:t>Gated Recurrent Unit (GRU)</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GRU is a simplified version of LSTM that combines the forget and input gates into a single update gate. It retains the ability to learn sequential dependencies with fewer parameters, resulting in faster training. In this project, GRU processes time-ordered click data, learning </a:t>
            </a:r>
            <a:r>
              <a:rPr lang="en-IN" dirty="0" err="1">
                <a:latin typeface="Times New Roman" panose="02020603050405020304" pitchFamily="18" charset="0"/>
                <a:cs typeface="Times New Roman" panose="02020603050405020304" pitchFamily="18" charset="0"/>
              </a:rPr>
              <a:t>behavioral</a:t>
            </a:r>
            <a:r>
              <a:rPr lang="en-IN" dirty="0">
                <a:latin typeface="Times New Roman" panose="02020603050405020304" pitchFamily="18" charset="0"/>
                <a:cs typeface="Times New Roman" panose="02020603050405020304" pitchFamily="18" charset="0"/>
              </a:rPr>
              <a:t> sequences indicative of fraud. It strikes a balance between complexity and performance, making it ideal for real-time systems where quick decision-making and temporal learning are crucial.</a:t>
            </a:r>
          </a:p>
          <a:p>
            <a:pPr algn="just"/>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 Stacking Classifier</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A Stacking Classifier is an ensemble learning technique that combines predictions from multiple base models to improve accuracy. In this project, Decision Tree, Random Forest, </a:t>
            </a:r>
            <a:r>
              <a:rPr lang="en-IN" dirty="0" err="1">
                <a:latin typeface="Times New Roman" panose="02020603050405020304" pitchFamily="18" charset="0"/>
                <a:cs typeface="Times New Roman" panose="02020603050405020304" pitchFamily="18" charset="0"/>
              </a:rPr>
              <a:t>LightGBM</a:t>
            </a:r>
            <a:r>
              <a:rPr lang="en-IN" dirty="0">
                <a:latin typeface="Times New Roman" panose="02020603050405020304" pitchFamily="18" charset="0"/>
                <a:cs typeface="Times New Roman" panose="02020603050405020304" pitchFamily="18" charset="0"/>
              </a:rPr>
              <a:t>, and </a:t>
            </a:r>
            <a:r>
              <a:rPr lang="en-IN" dirty="0" err="1">
                <a:latin typeface="Times New Roman" panose="02020603050405020304" pitchFamily="18" charset="0"/>
                <a:cs typeface="Times New Roman" panose="02020603050405020304" pitchFamily="18" charset="0"/>
              </a:rPr>
              <a:t>XGBoost</a:t>
            </a:r>
            <a:r>
              <a:rPr lang="en-IN" dirty="0">
                <a:latin typeface="Times New Roman" panose="02020603050405020304" pitchFamily="18" charset="0"/>
                <a:cs typeface="Times New Roman" panose="02020603050405020304" pitchFamily="18" charset="0"/>
              </a:rPr>
              <a:t> serve as base learners, while Logistic Regression acts as the meta-learner. This approach leverages the strengths of diverse models, reducing overfitting and improving generalization. Stacking is particularly effective when individual models capture different data aspects. It boosts overall system reliability, especially in imbalanced and complex fraud detection scenarios.</a:t>
            </a:r>
          </a:p>
          <a:p>
            <a:pPr algn="just"/>
            <a:r>
              <a:rPr lang="en-IN" dirty="0">
                <a:latin typeface="Times New Roman" panose="02020603050405020304" pitchFamily="18" charset="0"/>
                <a:cs typeface="Times New Roman" panose="02020603050405020304" pitchFamily="18" charset="0"/>
              </a:rPr>
              <a:t> </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114795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224"/>
        <p:cNvGrpSpPr/>
        <p:nvPr/>
      </p:nvGrpSpPr>
      <p:grpSpPr>
        <a:xfrm>
          <a:off x="0" y="0"/>
          <a:ext cx="0" cy="0"/>
          <a:chOff x="0" y="0"/>
          <a:chExt cx="0" cy="0"/>
        </a:xfrm>
      </p:grpSpPr>
      <p:sp>
        <p:nvSpPr>
          <p:cNvPr id="1225" name="Google Shape;1225;p38"/>
          <p:cNvSpPr txBox="1">
            <a:spLocks noGrp="1"/>
          </p:cNvSpPr>
          <p:nvPr>
            <p:ph type="title"/>
          </p:nvPr>
        </p:nvSpPr>
        <p:spPr>
          <a:xfrm>
            <a:off x="1719403" y="228600"/>
            <a:ext cx="5761618" cy="710700"/>
          </a:xfrm>
          <a:prstGeom prst="rect">
            <a:avLst/>
          </a:prstGeom>
          <a:ln>
            <a:noFill/>
          </a:ln>
        </p:spPr>
        <p:txBody>
          <a:bodyPr spcFirstLastPara="1" wrap="square" lIns="91425" tIns="91425" rIns="91425" bIns="91425" anchor="t" anchorCtr="0">
            <a:noAutofit/>
          </a:bodyPr>
          <a:lstStyle/>
          <a:p>
            <a:pPr lvl="0"/>
            <a:r>
              <a:rPr lang="en-US" sz="2400" b="1" dirty="0">
                <a:latin typeface="Times New Roman" panose="02020603050405020304" pitchFamily="18" charset="0"/>
                <a:ea typeface="Poppins" panose="00000500000000000000"/>
                <a:cs typeface="Times New Roman" panose="02020603050405020304" pitchFamily="18" charset="0"/>
                <a:sym typeface="Poppins" panose="00000500000000000000"/>
              </a:rPr>
              <a:t>METHODOLOGY</a:t>
            </a:r>
          </a:p>
        </p:txBody>
      </p:sp>
      <p:sp>
        <p:nvSpPr>
          <p:cNvPr id="1389" name="Google Shape;1389;p38"/>
          <p:cNvSpPr/>
          <p:nvPr/>
        </p:nvSpPr>
        <p:spPr>
          <a:xfrm>
            <a:off x="6611106" y="2845440"/>
            <a:ext cx="2188668" cy="1945017"/>
          </a:xfrm>
          <a:custGeom>
            <a:avLst/>
            <a:gdLst/>
            <a:ahLst/>
            <a:cxnLst/>
            <a:rect l="l" t="t" r="r" b="b"/>
            <a:pathLst>
              <a:path w="67892" h="60334" extrusionOk="0">
                <a:moveTo>
                  <a:pt x="40065" y="0"/>
                </a:moveTo>
                <a:cubicBezTo>
                  <a:pt x="29635" y="0"/>
                  <a:pt x="18295" y="2594"/>
                  <a:pt x="9925" y="11430"/>
                </a:cubicBezTo>
                <a:cubicBezTo>
                  <a:pt x="9172" y="12224"/>
                  <a:pt x="8479" y="13096"/>
                  <a:pt x="7843" y="14035"/>
                </a:cubicBezTo>
                <a:cubicBezTo>
                  <a:pt x="7800" y="14099"/>
                  <a:pt x="7759" y="14161"/>
                  <a:pt x="7716" y="14225"/>
                </a:cubicBezTo>
                <a:cubicBezTo>
                  <a:pt x="0" y="25889"/>
                  <a:pt x="1051" y="47717"/>
                  <a:pt x="10852" y="60333"/>
                </a:cubicBezTo>
                <a:lnTo>
                  <a:pt x="65912" y="60309"/>
                </a:lnTo>
                <a:cubicBezTo>
                  <a:pt x="67000" y="60309"/>
                  <a:pt x="67880" y="59429"/>
                  <a:pt x="67880" y="58342"/>
                </a:cubicBezTo>
                <a:lnTo>
                  <a:pt x="67892" y="5246"/>
                </a:lnTo>
                <a:cubicBezTo>
                  <a:pt x="67784" y="5202"/>
                  <a:pt x="54837" y="0"/>
                  <a:pt x="400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Rectangle 3"/>
          <p:cNvSpPr>
            <a:spLocks noChangeArrowheads="1"/>
          </p:cNvSpPr>
          <p:nvPr/>
        </p:nvSpPr>
        <p:spPr bwMode="auto">
          <a:xfrm>
            <a:off x="4469407" y="2677380"/>
            <a:ext cx="261610" cy="3361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1143000" algn="l"/>
              </a:tabLst>
              <a:defRPr>
                <a:solidFill>
                  <a:schemeClr val="tx1"/>
                </a:solidFill>
                <a:latin typeface="Arial" panose="020B0604020202020204" pitchFamily="34" charset="0"/>
              </a:defRPr>
            </a:lvl1pPr>
            <a:lvl2pPr marL="457200" eaLnBrk="0" fontAlgn="base" hangingPunct="0">
              <a:spcBef>
                <a:spcPct val="0"/>
              </a:spcBef>
              <a:spcAft>
                <a:spcPct val="0"/>
              </a:spcAft>
              <a:tabLst>
                <a:tab pos="1143000" algn="l"/>
              </a:tabLst>
              <a:defRPr>
                <a:solidFill>
                  <a:schemeClr val="tx1"/>
                </a:solidFill>
                <a:latin typeface="Arial" panose="020B0604020202020204" pitchFamily="34" charset="0"/>
              </a:defRPr>
            </a:lvl2pPr>
            <a:lvl3pPr marL="914400" eaLnBrk="0" fontAlgn="base" hangingPunct="0">
              <a:spcBef>
                <a:spcPct val="0"/>
              </a:spcBef>
              <a:spcAft>
                <a:spcPct val="0"/>
              </a:spcAft>
              <a:tabLst>
                <a:tab pos="1143000" algn="l"/>
              </a:tabLst>
              <a:defRPr>
                <a:solidFill>
                  <a:schemeClr val="tx1"/>
                </a:solidFill>
                <a:latin typeface="Arial" panose="020B0604020202020204" pitchFamily="34" charset="0"/>
              </a:defRPr>
            </a:lvl3pPr>
            <a:lvl4pPr marL="1371600" eaLnBrk="0" fontAlgn="base" hangingPunct="0">
              <a:spcBef>
                <a:spcPct val="0"/>
              </a:spcBef>
              <a:spcAft>
                <a:spcPct val="0"/>
              </a:spcAft>
              <a:tabLst>
                <a:tab pos="1143000" algn="l"/>
              </a:tabLst>
              <a:defRPr>
                <a:solidFill>
                  <a:schemeClr val="tx1"/>
                </a:solidFill>
                <a:latin typeface="Arial" panose="020B0604020202020204" pitchFamily="34" charset="0"/>
              </a:defRPr>
            </a:lvl4pPr>
            <a:lvl5pPr marL="1828800" eaLnBrk="0" fontAlgn="base" hangingPunct="0">
              <a:spcBef>
                <a:spcPct val="0"/>
              </a:spcBef>
              <a:spcAft>
                <a:spcPct val="0"/>
              </a:spcAft>
              <a:tabLst>
                <a:tab pos="1143000" algn="l"/>
              </a:tabLst>
              <a:defRPr>
                <a:solidFill>
                  <a:schemeClr val="tx1"/>
                </a:solidFill>
                <a:latin typeface="Arial" panose="020B0604020202020204" pitchFamily="34" charset="0"/>
              </a:defRPr>
            </a:lvl5pPr>
            <a:lvl6pPr marL="2286000" eaLnBrk="0" fontAlgn="base" hangingPunct="0">
              <a:spcBef>
                <a:spcPct val="0"/>
              </a:spcBef>
              <a:spcAft>
                <a:spcPct val="0"/>
              </a:spcAft>
              <a:tabLst>
                <a:tab pos="1143000" algn="l"/>
              </a:tabLst>
              <a:defRPr>
                <a:solidFill>
                  <a:schemeClr val="tx1"/>
                </a:solidFill>
                <a:latin typeface="Arial" panose="020B0604020202020204" pitchFamily="34" charset="0"/>
              </a:defRPr>
            </a:lvl6pPr>
            <a:lvl7pPr marL="2743200" eaLnBrk="0" fontAlgn="base" hangingPunct="0">
              <a:spcBef>
                <a:spcPct val="0"/>
              </a:spcBef>
              <a:spcAft>
                <a:spcPct val="0"/>
              </a:spcAft>
              <a:tabLst>
                <a:tab pos="1143000" algn="l"/>
              </a:tabLst>
              <a:defRPr>
                <a:solidFill>
                  <a:schemeClr val="tx1"/>
                </a:solidFill>
                <a:latin typeface="Arial" panose="020B0604020202020204" pitchFamily="34" charset="0"/>
              </a:defRPr>
            </a:lvl7pPr>
            <a:lvl8pPr marL="3200400" eaLnBrk="0" fontAlgn="base" hangingPunct="0">
              <a:spcBef>
                <a:spcPct val="0"/>
              </a:spcBef>
              <a:spcAft>
                <a:spcPct val="0"/>
              </a:spcAft>
              <a:tabLst>
                <a:tab pos="1143000" algn="l"/>
              </a:tabLst>
              <a:defRPr>
                <a:solidFill>
                  <a:schemeClr val="tx1"/>
                </a:solidFill>
                <a:latin typeface="Arial" panose="020B0604020202020204" pitchFamily="34" charset="0"/>
              </a:defRPr>
            </a:lvl8pPr>
            <a:lvl9pPr marL="3657600" eaLnBrk="0" fontAlgn="base" hangingPunct="0">
              <a:spcBef>
                <a:spcPct val="0"/>
              </a:spcBef>
              <a:spcAft>
                <a:spcPct val="0"/>
              </a:spcAft>
              <a:tabLst>
                <a:tab pos="11430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50000"/>
              </a:lnSpc>
              <a:spcBef>
                <a:spcPct val="0"/>
              </a:spcBef>
              <a:spcAft>
                <a:spcPct val="0"/>
              </a:spcAft>
              <a:buClrTx/>
              <a:buSzTx/>
              <a:buFontTx/>
              <a:buNone/>
              <a:tabLst>
                <a:tab pos="1143000" algn="l"/>
              </a:tabLst>
            </a:pPr>
            <a:r>
              <a:rPr kumimoji="0" lang="en-US" altLang="en-US" sz="1200" i="0" u="none" strike="noStrike" cap="none" normalizeH="0" baseline="0" dirty="0">
                <a:ln>
                  <a:noFill/>
                </a:ln>
                <a:effectLst/>
                <a:latin typeface="Times New Roman" panose="02020603050405020304" pitchFamily="18" charset="0"/>
                <a:ea typeface="Times New Roman" panose="02020603050405020304" pitchFamily="18" charset="0"/>
                <a:cs typeface="Times New Roman" panose="02020603050405020304" pitchFamily="18" charset="0"/>
              </a:rPr>
              <a:t>. </a:t>
            </a:r>
            <a:endParaRPr kumimoji="0" lang="en-US" altLang="en-US" sz="1200" i="0" u="none" strike="noStrike" cap="none" normalizeH="0" baseline="0" dirty="0">
              <a:ln>
                <a:noFill/>
              </a:ln>
              <a:effectLst/>
              <a:latin typeface="Times New Roman" panose="02020603050405020304" pitchFamily="18" charset="0"/>
              <a:cs typeface="Times New Roman" panose="02020603050405020304" pitchFamily="18" charset="0"/>
            </a:endParaRPr>
          </a:p>
        </p:txBody>
      </p:sp>
      <p:sp>
        <p:nvSpPr>
          <p:cNvPr id="9" name="Rectangle 7">
            <a:extLst>
              <a:ext uri="{FF2B5EF4-FFF2-40B4-BE49-F238E27FC236}">
                <a16:creationId xmlns:a16="http://schemas.microsoft.com/office/drawing/2014/main" id="{9A8466DB-773F-FB7F-6F86-F23F8B48CDF7}"/>
              </a:ext>
            </a:extLst>
          </p:cNvPr>
          <p:cNvSpPr>
            <a:spLocks noChangeArrowheads="1"/>
          </p:cNvSpPr>
          <p:nvPr/>
        </p:nvSpPr>
        <p:spPr bwMode="auto">
          <a:xfrm>
            <a:off x="511055" y="939300"/>
            <a:ext cx="8288719" cy="16619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 Data Collection</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Dataset Source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TalkingData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AdTracking</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Fraud Detection dataset from Kaggle.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Content</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dataset consists of millions of ad click records with the following key features:</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ip</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app, device,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os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channel,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click_time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attributed_time</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Target Variable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is_attributed</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(1 if the click led to an app download, 0 otherwise)</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Total Columns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8 (including label)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Rectangle 8">
            <a:extLst>
              <a:ext uri="{FF2B5EF4-FFF2-40B4-BE49-F238E27FC236}">
                <a16:creationId xmlns:a16="http://schemas.microsoft.com/office/drawing/2014/main" id="{5508A5B5-0ADA-16D3-2CB1-5C35B8D6FA01}"/>
              </a:ext>
            </a:extLst>
          </p:cNvPr>
          <p:cNvSpPr>
            <a:spLocks noChangeArrowheads="1"/>
          </p:cNvSpPr>
          <p:nvPr/>
        </p:nvSpPr>
        <p:spPr bwMode="auto">
          <a:xfrm>
            <a:off x="511055" y="2298060"/>
            <a:ext cx="812189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2.Data Exploration</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Objective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Understand the dataset’s structure and quality.</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Actions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Load dataset into a Pandas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DataFrame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 .info(), .shape, .head() to inspect structure, data types, and sample rows.</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Check for missing values using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isnull</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().sum().</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 .describe() to generate summary statistics for numeric columns.</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Visualize class distribution of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is_attributed</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detect class imbalance.</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Plot histograms and bar charts for categorical features (app, device, channel, etc.) to assess distribution.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224"/>
        <p:cNvGrpSpPr/>
        <p:nvPr/>
      </p:nvGrpSpPr>
      <p:grpSpPr>
        <a:xfrm>
          <a:off x="0" y="0"/>
          <a:ext cx="0" cy="0"/>
          <a:chOff x="0" y="0"/>
          <a:chExt cx="0" cy="0"/>
        </a:xfrm>
      </p:grpSpPr>
      <p:sp>
        <p:nvSpPr>
          <p:cNvPr id="1225" name="Google Shape;1225;p38"/>
          <p:cNvSpPr txBox="1">
            <a:spLocks noGrp="1"/>
          </p:cNvSpPr>
          <p:nvPr>
            <p:ph type="title"/>
          </p:nvPr>
        </p:nvSpPr>
        <p:spPr>
          <a:xfrm>
            <a:off x="1719403" y="304800"/>
            <a:ext cx="5761618" cy="710700"/>
          </a:xfrm>
          <a:prstGeom prst="rect">
            <a:avLst/>
          </a:prstGeom>
          <a:ln>
            <a:noFill/>
          </a:ln>
        </p:spPr>
        <p:txBody>
          <a:bodyPr spcFirstLastPara="1" wrap="square" lIns="91425" tIns="91425" rIns="91425" bIns="91425" anchor="t" anchorCtr="0">
            <a:noAutofit/>
          </a:bodyPr>
          <a:lstStyle/>
          <a:p>
            <a:pPr lvl="0"/>
            <a:r>
              <a:rPr lang="en-US" sz="2400" b="1" dirty="0">
                <a:latin typeface="Times New Roman" panose="02020603050405020304" pitchFamily="18" charset="0"/>
                <a:ea typeface="Poppins" panose="00000500000000000000"/>
                <a:cs typeface="Times New Roman" panose="02020603050405020304" pitchFamily="18" charset="0"/>
                <a:sym typeface="Poppins" panose="00000500000000000000"/>
              </a:rPr>
              <a:t>METHODOLOGY</a:t>
            </a:r>
          </a:p>
        </p:txBody>
      </p:sp>
      <p:sp>
        <p:nvSpPr>
          <p:cNvPr id="1389" name="Google Shape;1389;p38"/>
          <p:cNvSpPr/>
          <p:nvPr/>
        </p:nvSpPr>
        <p:spPr>
          <a:xfrm>
            <a:off x="6611106" y="2845440"/>
            <a:ext cx="2188668" cy="1945017"/>
          </a:xfrm>
          <a:custGeom>
            <a:avLst/>
            <a:gdLst/>
            <a:ahLst/>
            <a:cxnLst/>
            <a:rect l="l" t="t" r="r" b="b"/>
            <a:pathLst>
              <a:path w="67892" h="60334" extrusionOk="0">
                <a:moveTo>
                  <a:pt x="40065" y="0"/>
                </a:moveTo>
                <a:cubicBezTo>
                  <a:pt x="29635" y="0"/>
                  <a:pt x="18295" y="2594"/>
                  <a:pt x="9925" y="11430"/>
                </a:cubicBezTo>
                <a:cubicBezTo>
                  <a:pt x="9172" y="12224"/>
                  <a:pt x="8479" y="13096"/>
                  <a:pt x="7843" y="14035"/>
                </a:cubicBezTo>
                <a:cubicBezTo>
                  <a:pt x="7800" y="14099"/>
                  <a:pt x="7759" y="14161"/>
                  <a:pt x="7716" y="14225"/>
                </a:cubicBezTo>
                <a:cubicBezTo>
                  <a:pt x="0" y="25889"/>
                  <a:pt x="1051" y="47717"/>
                  <a:pt x="10852" y="60333"/>
                </a:cubicBezTo>
                <a:lnTo>
                  <a:pt x="65912" y="60309"/>
                </a:lnTo>
                <a:cubicBezTo>
                  <a:pt x="67000" y="60309"/>
                  <a:pt x="67880" y="59429"/>
                  <a:pt x="67880" y="58342"/>
                </a:cubicBezTo>
                <a:lnTo>
                  <a:pt x="67892" y="5246"/>
                </a:lnTo>
                <a:cubicBezTo>
                  <a:pt x="67784" y="5202"/>
                  <a:pt x="54837" y="0"/>
                  <a:pt x="400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Rectangle 3"/>
          <p:cNvSpPr>
            <a:spLocks noChangeArrowheads="1"/>
          </p:cNvSpPr>
          <p:nvPr/>
        </p:nvSpPr>
        <p:spPr bwMode="auto">
          <a:xfrm>
            <a:off x="1474802" y="20173607"/>
            <a:ext cx="6006219" cy="35677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1143000" algn="l"/>
              </a:tabLst>
              <a:defRPr>
                <a:solidFill>
                  <a:schemeClr val="tx1"/>
                </a:solidFill>
                <a:latin typeface="Arial" panose="020B0604020202020204" pitchFamily="34" charset="0"/>
              </a:defRPr>
            </a:lvl1pPr>
            <a:lvl2pPr marL="457200" eaLnBrk="0" fontAlgn="base" hangingPunct="0">
              <a:spcBef>
                <a:spcPct val="0"/>
              </a:spcBef>
              <a:spcAft>
                <a:spcPct val="0"/>
              </a:spcAft>
              <a:tabLst>
                <a:tab pos="1143000" algn="l"/>
              </a:tabLst>
              <a:defRPr>
                <a:solidFill>
                  <a:schemeClr val="tx1"/>
                </a:solidFill>
                <a:latin typeface="Arial" panose="020B0604020202020204" pitchFamily="34" charset="0"/>
              </a:defRPr>
            </a:lvl2pPr>
            <a:lvl3pPr marL="914400" eaLnBrk="0" fontAlgn="base" hangingPunct="0">
              <a:spcBef>
                <a:spcPct val="0"/>
              </a:spcBef>
              <a:spcAft>
                <a:spcPct val="0"/>
              </a:spcAft>
              <a:tabLst>
                <a:tab pos="1143000" algn="l"/>
              </a:tabLst>
              <a:defRPr>
                <a:solidFill>
                  <a:schemeClr val="tx1"/>
                </a:solidFill>
                <a:latin typeface="Arial" panose="020B0604020202020204" pitchFamily="34" charset="0"/>
              </a:defRPr>
            </a:lvl3pPr>
            <a:lvl4pPr marL="1371600" eaLnBrk="0" fontAlgn="base" hangingPunct="0">
              <a:spcBef>
                <a:spcPct val="0"/>
              </a:spcBef>
              <a:spcAft>
                <a:spcPct val="0"/>
              </a:spcAft>
              <a:tabLst>
                <a:tab pos="1143000" algn="l"/>
              </a:tabLst>
              <a:defRPr>
                <a:solidFill>
                  <a:schemeClr val="tx1"/>
                </a:solidFill>
                <a:latin typeface="Arial" panose="020B0604020202020204" pitchFamily="34" charset="0"/>
              </a:defRPr>
            </a:lvl4pPr>
            <a:lvl5pPr marL="1828800" eaLnBrk="0" fontAlgn="base" hangingPunct="0">
              <a:spcBef>
                <a:spcPct val="0"/>
              </a:spcBef>
              <a:spcAft>
                <a:spcPct val="0"/>
              </a:spcAft>
              <a:tabLst>
                <a:tab pos="1143000" algn="l"/>
              </a:tabLst>
              <a:defRPr>
                <a:solidFill>
                  <a:schemeClr val="tx1"/>
                </a:solidFill>
                <a:latin typeface="Arial" panose="020B0604020202020204" pitchFamily="34" charset="0"/>
              </a:defRPr>
            </a:lvl5pPr>
            <a:lvl6pPr marL="2286000" eaLnBrk="0" fontAlgn="base" hangingPunct="0">
              <a:spcBef>
                <a:spcPct val="0"/>
              </a:spcBef>
              <a:spcAft>
                <a:spcPct val="0"/>
              </a:spcAft>
              <a:tabLst>
                <a:tab pos="1143000" algn="l"/>
              </a:tabLst>
              <a:defRPr>
                <a:solidFill>
                  <a:schemeClr val="tx1"/>
                </a:solidFill>
                <a:latin typeface="Arial" panose="020B0604020202020204" pitchFamily="34" charset="0"/>
              </a:defRPr>
            </a:lvl6pPr>
            <a:lvl7pPr marL="2743200" eaLnBrk="0" fontAlgn="base" hangingPunct="0">
              <a:spcBef>
                <a:spcPct val="0"/>
              </a:spcBef>
              <a:spcAft>
                <a:spcPct val="0"/>
              </a:spcAft>
              <a:tabLst>
                <a:tab pos="1143000" algn="l"/>
              </a:tabLst>
              <a:defRPr>
                <a:solidFill>
                  <a:schemeClr val="tx1"/>
                </a:solidFill>
                <a:latin typeface="Arial" panose="020B0604020202020204" pitchFamily="34" charset="0"/>
              </a:defRPr>
            </a:lvl7pPr>
            <a:lvl8pPr marL="3200400" eaLnBrk="0" fontAlgn="base" hangingPunct="0">
              <a:spcBef>
                <a:spcPct val="0"/>
              </a:spcBef>
              <a:spcAft>
                <a:spcPct val="0"/>
              </a:spcAft>
              <a:tabLst>
                <a:tab pos="1143000" algn="l"/>
              </a:tabLst>
              <a:defRPr>
                <a:solidFill>
                  <a:schemeClr val="tx1"/>
                </a:solidFill>
                <a:latin typeface="Arial" panose="020B0604020202020204" pitchFamily="34" charset="0"/>
              </a:defRPr>
            </a:lvl8pPr>
            <a:lvl9pPr marL="3657600" eaLnBrk="0" fontAlgn="base" hangingPunct="0">
              <a:spcBef>
                <a:spcPct val="0"/>
              </a:spcBef>
              <a:spcAft>
                <a:spcPct val="0"/>
              </a:spcAft>
              <a:tabLst>
                <a:tab pos="1143000" algn="l"/>
              </a:tabLst>
              <a:defRPr>
                <a:solidFill>
                  <a:schemeClr val="tx1"/>
                </a:solidFill>
                <a:latin typeface="Arial" panose="020B0604020202020204" pitchFamily="34" charset="0"/>
              </a:defRPr>
            </a:lvl9pPr>
          </a:lstStyle>
          <a:p>
            <a:pPr algn="just"/>
            <a:r>
              <a:rPr lang="en-US" b="1" dirty="0">
                <a:latin typeface="Times New Roman" panose="02020603050405020304" pitchFamily="18" charset="0"/>
                <a:cs typeface="Times New Roman" panose="02020603050405020304" pitchFamily="18" charset="0"/>
              </a:rPr>
              <a:t>5. Build a Dynamic Selection Hybrid Model</a:t>
            </a:r>
          </a:p>
          <a:p>
            <a:pPr algn="just"/>
            <a:r>
              <a:rPr lang="en-US" b="1" dirty="0">
                <a:latin typeface="Times New Roman" panose="02020603050405020304" pitchFamily="18" charset="0"/>
                <a:cs typeface="Times New Roman" panose="02020603050405020304" pitchFamily="18" charset="0"/>
              </a:rPr>
              <a:t>Implementation Workflow</a:t>
            </a:r>
            <a:r>
              <a:rPr lang="en-US" dirty="0">
                <a:latin typeface="Times New Roman" panose="02020603050405020304" pitchFamily="18" charset="0"/>
                <a:cs typeface="Times New Roman" panose="02020603050405020304" pitchFamily="18" charset="0"/>
              </a:rPr>
              <a:t>:</a:t>
            </a:r>
          </a:p>
          <a:p>
            <a:pPr algn="just"/>
            <a:r>
              <a:rPr lang="en-US" b="1" dirty="0">
                <a:latin typeface="Times New Roman" panose="02020603050405020304" pitchFamily="18" charset="0"/>
                <a:cs typeface="Times New Roman" panose="02020603050405020304" pitchFamily="18" charset="0"/>
              </a:rPr>
              <a:t>Define Base Classifiers</a:t>
            </a:r>
            <a:r>
              <a:rPr lang="en-US" dirty="0">
                <a:latin typeface="Times New Roman" panose="02020603050405020304" pitchFamily="18" charset="0"/>
                <a:cs typeface="Times New Roman" panose="02020603050405020304" pitchFamily="18" charset="0"/>
              </a:rPr>
              <a:t>:</a:t>
            </a:r>
          </a:p>
          <a:p>
            <a:pPr lvl="1" algn="just"/>
            <a:r>
              <a:rPr lang="en-US" dirty="0">
                <a:latin typeface="Times New Roman" panose="02020603050405020304" pitchFamily="18" charset="0"/>
                <a:cs typeface="Times New Roman" panose="02020603050405020304" pitchFamily="18" charset="0"/>
              </a:rPr>
              <a:t>Include a diverse set: Logistic Regression, Decision Tree, Random Forest, SVM, KNN, Naive Bayes, </a:t>
            </a:r>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LightGBM</a:t>
            </a:r>
            <a:r>
              <a:rPr lang="en-US" dirty="0">
                <a:latin typeface="Times New Roman" panose="02020603050405020304" pitchFamily="18" charset="0"/>
                <a:cs typeface="Times New Roman" panose="02020603050405020304" pitchFamily="18" charset="0"/>
              </a:rPr>
              <a:t>, ANN, etc.</a:t>
            </a:r>
          </a:p>
          <a:p>
            <a:pPr algn="just"/>
            <a:r>
              <a:rPr lang="en-US" b="1" dirty="0">
                <a:latin typeface="Times New Roman" panose="02020603050405020304" pitchFamily="18" charset="0"/>
                <a:cs typeface="Times New Roman" panose="02020603050405020304" pitchFamily="18" charset="0"/>
              </a:rPr>
              <a:t>Step 1 – Train All Classifiers</a:t>
            </a:r>
            <a:r>
              <a:rPr lang="en-US" dirty="0">
                <a:latin typeface="Times New Roman" panose="02020603050405020304" pitchFamily="18" charset="0"/>
                <a:cs typeface="Times New Roman" panose="02020603050405020304" pitchFamily="18" charset="0"/>
              </a:rPr>
              <a:t>:</a:t>
            </a:r>
          </a:p>
          <a:p>
            <a:pPr lvl="1" algn="just"/>
            <a:r>
              <a:rPr lang="en-US" dirty="0">
                <a:latin typeface="Times New Roman" panose="02020603050405020304" pitchFamily="18" charset="0"/>
                <a:cs typeface="Times New Roman" panose="02020603050405020304" pitchFamily="18" charset="0"/>
              </a:rPr>
              <a:t>Train each classifier individually on the training data.</a:t>
            </a:r>
          </a:p>
          <a:p>
            <a:pPr lvl="1" algn="just"/>
            <a:r>
              <a:rPr lang="en-US" dirty="0">
                <a:latin typeface="Times New Roman" panose="02020603050405020304" pitchFamily="18" charset="0"/>
                <a:cs typeface="Times New Roman" panose="02020603050405020304" pitchFamily="18" charset="0"/>
              </a:rPr>
              <a:t>Compute </a:t>
            </a:r>
            <a:r>
              <a:rPr lang="en-US" b="1" dirty="0">
                <a:latin typeface="Times New Roman" panose="02020603050405020304" pitchFamily="18" charset="0"/>
                <a:cs typeface="Times New Roman" panose="02020603050405020304" pitchFamily="18" charset="0"/>
              </a:rPr>
              <a:t>Permutation Feature Importance (PFI)</a:t>
            </a:r>
            <a:r>
              <a:rPr lang="en-US" dirty="0">
                <a:latin typeface="Times New Roman" panose="02020603050405020304" pitchFamily="18" charset="0"/>
                <a:cs typeface="Times New Roman" panose="02020603050405020304" pitchFamily="18" charset="0"/>
              </a:rPr>
              <a:t> to assess each feature’s impact.</a:t>
            </a:r>
          </a:p>
          <a:p>
            <a:pPr algn="just"/>
            <a:r>
              <a:rPr lang="en-US" b="1" dirty="0">
                <a:latin typeface="Times New Roman" panose="02020603050405020304" pitchFamily="18" charset="0"/>
                <a:cs typeface="Times New Roman" panose="02020603050405020304" pitchFamily="18" charset="0"/>
              </a:rPr>
              <a:t>Step 2 – Select HEC (Half-Most Effective Classifiers)</a:t>
            </a:r>
            <a:r>
              <a:rPr lang="en-US" dirty="0">
                <a:latin typeface="Times New Roman" panose="02020603050405020304" pitchFamily="18" charset="0"/>
                <a:cs typeface="Times New Roman" panose="02020603050405020304" pitchFamily="18" charset="0"/>
              </a:rPr>
              <a:t>:</a:t>
            </a:r>
          </a:p>
          <a:p>
            <a:pPr lvl="1" algn="just"/>
            <a:r>
              <a:rPr lang="en-US" dirty="0">
                <a:latin typeface="Times New Roman" panose="02020603050405020304" pitchFamily="18" charset="0"/>
                <a:cs typeface="Times New Roman" panose="02020603050405020304" pitchFamily="18" charset="0"/>
              </a:rPr>
              <a:t>Rank classifiers based on overall performance (accuracy, precision, recall, etc.).</a:t>
            </a:r>
          </a:p>
          <a:p>
            <a:pPr lvl="1" algn="just"/>
            <a:r>
              <a:rPr lang="en-US" dirty="0">
                <a:latin typeface="Times New Roman" panose="02020603050405020304" pitchFamily="18" charset="0"/>
                <a:cs typeface="Times New Roman" panose="02020603050405020304" pitchFamily="18" charset="0"/>
              </a:rPr>
              <a:t>Select the top 50% classifiers showing the highest performance and feature contribution.</a:t>
            </a:r>
          </a:p>
          <a:p>
            <a:pPr lvl="1" algn="just"/>
            <a:endParaRPr lang="en-US" dirty="0">
              <a:latin typeface="Times New Roman" panose="02020603050405020304" pitchFamily="18" charset="0"/>
              <a:cs typeface="Times New Roman" panose="02020603050405020304" pitchFamily="18" charset="0"/>
            </a:endParaRPr>
          </a:p>
          <a:p>
            <a:pPr lvl="0" algn="just">
              <a:lnSpc>
                <a:spcPct val="150000"/>
              </a:lnSpc>
              <a:buClrTx/>
            </a:pPr>
            <a:endParaRPr lang="en-US" altLang="en-US" sz="1200"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54CFA61F-09C5-AFB5-9879-D8CE4E0EC01D}"/>
              </a:ext>
            </a:extLst>
          </p:cNvPr>
          <p:cNvSpPr>
            <a:spLocks noChangeArrowheads="1"/>
          </p:cNvSpPr>
          <p:nvPr/>
        </p:nvSpPr>
        <p:spPr bwMode="auto">
          <a:xfrm>
            <a:off x="223520" y="2446179"/>
            <a:ext cx="8920480"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2">
            <a:extLst>
              <a:ext uri="{FF2B5EF4-FFF2-40B4-BE49-F238E27FC236}">
                <a16:creationId xmlns:a16="http://schemas.microsoft.com/office/drawing/2014/main" id="{19266724-6722-EB02-3ABA-04415E5286CE}"/>
              </a:ext>
            </a:extLst>
          </p:cNvPr>
          <p:cNvSpPr>
            <a:spLocks noChangeArrowheads="1"/>
          </p:cNvSpPr>
          <p:nvPr/>
        </p:nvSpPr>
        <p:spPr bwMode="auto">
          <a:xfrm>
            <a:off x="878840" y="1076149"/>
            <a:ext cx="7386320"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 Data splitting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5. Build a Dynamic Selection Hybrid Model</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Implementation Workflow</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Define Base Classifiers</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Include a diverse set: Logistic Regression, Decision Tree, Random Forest, SVM, KNN, Naive Bayes, </a:t>
            </a:r>
            <a:r>
              <a:rPr kumimoji="0" lang="en-US" altLang="en-US"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XGBoost</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LightGBM</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ANN, etc.</a:t>
            </a:r>
          </a:p>
          <a:p>
            <a:pPr marL="0" marR="0" lvl="0" indent="0" algn="l" defTabSz="914400" rtl="0" eaLnBrk="0" fontAlgn="base" latinLnBrk="0" hangingPunct="0">
              <a:lnSpc>
                <a:spcPct val="100000"/>
              </a:lnSpc>
              <a:spcBef>
                <a:spcPct val="0"/>
              </a:spcBef>
              <a:spcAft>
                <a:spcPct val="0"/>
              </a:spcAft>
              <a:buClrTx/>
              <a:buSzTx/>
              <a:tabLst/>
            </a:pP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Step 1 – Train All Classifiers</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Train each classifier individually on the training data.</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Compute </a:t>
            </a: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Permutation Feature Importance (PFI)</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assess each feature’s impact.</a:t>
            </a:r>
          </a:p>
          <a:p>
            <a:pPr marL="0" marR="0" lvl="0" indent="0" algn="l" defTabSz="914400" rtl="0" eaLnBrk="0" fontAlgn="base" latinLnBrk="0" hangingPunct="0">
              <a:lnSpc>
                <a:spcPct val="100000"/>
              </a:lnSpc>
              <a:spcBef>
                <a:spcPct val="0"/>
              </a:spcBef>
              <a:spcAft>
                <a:spcPct val="0"/>
              </a:spcAft>
              <a:buClrTx/>
              <a:buSzTx/>
              <a:tabLst/>
            </a:pP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Step 2 – Select HEC (Half-Most Effective Classifiers)</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Rank classifiers based on overall performance (accuracy, precision, recall, etc.).</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Select the top 50% classifiers showing the highest performance and feature contribution.</a:t>
            </a:r>
          </a:p>
          <a:p>
            <a:pPr marL="0" marR="0" lvl="0" indent="0" algn="l" defTabSz="914400" rtl="0" eaLnBrk="0" fontAlgn="base" latinLnBrk="0" hangingPunct="0">
              <a:lnSpc>
                <a:spcPct val="100000"/>
              </a:lnSpc>
              <a:spcBef>
                <a:spcPct val="0"/>
              </a:spcBef>
              <a:spcAft>
                <a:spcPct val="0"/>
              </a:spcAft>
              <a:buClrTx/>
              <a:buSzTx/>
              <a:tabLst/>
            </a:pP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Step </a:t>
            </a:r>
            <a:r>
              <a:rPr lang="en-US" altLang="en-US" sz="1200" b="1" dirty="0">
                <a:solidFill>
                  <a:schemeClr val="tx1"/>
                </a:solidFill>
                <a:latin typeface="Times New Roman" panose="02020603050405020304" pitchFamily="18" charset="0"/>
                <a:cs typeface="Times New Roman" panose="02020603050405020304" pitchFamily="18" charset="0"/>
              </a:rPr>
              <a:t>3</a:t>
            </a: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Train &amp; Evaluate Ensemble Methods</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Evaluate each ensemble using metrics like Accuracy, Precision, Recall, F1-Score, AUC.</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5">
            <a:extLst>
              <a:ext uri="{FF2B5EF4-FFF2-40B4-BE49-F238E27FC236}">
                <a16:creationId xmlns:a16="http://schemas.microsoft.com/office/drawing/2014/main" id="{4FAE86C8-4062-3156-C873-21805499C26F}"/>
              </a:ext>
            </a:extLst>
          </p:cNvPr>
          <p:cNvSpPr>
            <a:spLocks noChangeArrowheads="1"/>
          </p:cNvSpPr>
          <p:nvPr/>
        </p:nvSpPr>
        <p:spPr bwMode="auto">
          <a:xfrm>
            <a:off x="878840" y="4100036"/>
            <a:ext cx="7147560"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6. Save the Model for Deployment</a:t>
            </a:r>
          </a:p>
          <a:p>
            <a:pPr marL="0" marR="0" lvl="0" indent="0" algn="l" defTabSz="914400" rtl="0" eaLnBrk="0" fontAlgn="base" latinLnBrk="0" hangingPunct="0">
              <a:lnSpc>
                <a:spcPct val="100000"/>
              </a:lnSpc>
              <a:spcBef>
                <a:spcPct val="0"/>
              </a:spcBef>
              <a:spcAft>
                <a:spcPct val="0"/>
              </a:spcAft>
              <a:buClrTx/>
              <a:buSzTx/>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 </a:t>
            </a:r>
            <a:r>
              <a:rPr kumimoji="0" lang="en-US" altLang="en-US"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joblib</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or pickle for Machine Learning models, and </a:t>
            </a:r>
            <a:r>
              <a:rPr kumimoji="0" lang="en-US" altLang="en-US"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model.save</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a:t>
            </a:r>
            <a:r>
              <a:rPr kumimoji="0" lang="en-US" altLang="en-US" sz="1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Keras</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-based Deep Learning models.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635598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224"/>
        <p:cNvGrpSpPr/>
        <p:nvPr/>
      </p:nvGrpSpPr>
      <p:grpSpPr>
        <a:xfrm>
          <a:off x="0" y="0"/>
          <a:ext cx="0" cy="0"/>
          <a:chOff x="0" y="0"/>
          <a:chExt cx="0" cy="0"/>
        </a:xfrm>
      </p:grpSpPr>
      <p:sp>
        <p:nvSpPr>
          <p:cNvPr id="1225" name="Google Shape;1225;p38"/>
          <p:cNvSpPr txBox="1">
            <a:spLocks noGrp="1"/>
          </p:cNvSpPr>
          <p:nvPr>
            <p:ph type="title"/>
          </p:nvPr>
        </p:nvSpPr>
        <p:spPr>
          <a:xfrm>
            <a:off x="1719403" y="304800"/>
            <a:ext cx="5761618" cy="710700"/>
          </a:xfrm>
          <a:prstGeom prst="rect">
            <a:avLst/>
          </a:prstGeom>
          <a:ln>
            <a:noFill/>
          </a:ln>
        </p:spPr>
        <p:txBody>
          <a:bodyPr spcFirstLastPara="1" wrap="square" lIns="91425" tIns="91425" rIns="91425" bIns="91425" anchor="t" anchorCtr="0">
            <a:noAutofit/>
          </a:bodyPr>
          <a:lstStyle/>
          <a:p>
            <a:pPr lvl="0"/>
            <a:r>
              <a:rPr lang="en-US" sz="2400" b="1" dirty="0">
                <a:latin typeface="Times New Roman" panose="02020603050405020304" pitchFamily="18" charset="0"/>
                <a:ea typeface="Poppins" panose="00000500000000000000"/>
                <a:cs typeface="Times New Roman" panose="02020603050405020304" pitchFamily="18" charset="0"/>
                <a:sym typeface="Poppins" panose="00000500000000000000"/>
              </a:rPr>
              <a:t>MODULES</a:t>
            </a:r>
          </a:p>
        </p:txBody>
      </p:sp>
      <p:sp>
        <p:nvSpPr>
          <p:cNvPr id="1389" name="Google Shape;1389;p38"/>
          <p:cNvSpPr/>
          <p:nvPr/>
        </p:nvSpPr>
        <p:spPr>
          <a:xfrm>
            <a:off x="6611106" y="2845440"/>
            <a:ext cx="2188668" cy="1945017"/>
          </a:xfrm>
          <a:custGeom>
            <a:avLst/>
            <a:gdLst/>
            <a:ahLst/>
            <a:cxnLst/>
            <a:rect l="l" t="t" r="r" b="b"/>
            <a:pathLst>
              <a:path w="67892" h="60334" extrusionOk="0">
                <a:moveTo>
                  <a:pt x="40065" y="0"/>
                </a:moveTo>
                <a:cubicBezTo>
                  <a:pt x="29635" y="0"/>
                  <a:pt x="18295" y="2594"/>
                  <a:pt x="9925" y="11430"/>
                </a:cubicBezTo>
                <a:cubicBezTo>
                  <a:pt x="9172" y="12224"/>
                  <a:pt x="8479" y="13096"/>
                  <a:pt x="7843" y="14035"/>
                </a:cubicBezTo>
                <a:cubicBezTo>
                  <a:pt x="7800" y="14099"/>
                  <a:pt x="7759" y="14161"/>
                  <a:pt x="7716" y="14225"/>
                </a:cubicBezTo>
                <a:cubicBezTo>
                  <a:pt x="0" y="25889"/>
                  <a:pt x="1051" y="47717"/>
                  <a:pt x="10852" y="60333"/>
                </a:cubicBezTo>
                <a:lnTo>
                  <a:pt x="65912" y="60309"/>
                </a:lnTo>
                <a:cubicBezTo>
                  <a:pt x="67000" y="60309"/>
                  <a:pt x="67880" y="59429"/>
                  <a:pt x="67880" y="58342"/>
                </a:cubicBezTo>
                <a:lnTo>
                  <a:pt x="67892" y="5246"/>
                </a:lnTo>
                <a:cubicBezTo>
                  <a:pt x="67784" y="5202"/>
                  <a:pt x="54837" y="0"/>
                  <a:pt x="400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Rectangle 1"/>
          <p:cNvSpPr/>
          <p:nvPr/>
        </p:nvSpPr>
        <p:spPr>
          <a:xfrm>
            <a:off x="794067" y="1163207"/>
            <a:ext cx="7049453" cy="3675493"/>
          </a:xfrm>
          <a:prstGeom prst="rect">
            <a:avLst/>
          </a:prstGeom>
        </p:spPr>
        <p:txBody>
          <a:bodyPr wrap="square">
            <a:spAutoFit/>
          </a:bodyPr>
          <a:lstStyle/>
          <a:p>
            <a:pPr algn="just">
              <a:lnSpc>
                <a:spcPct val="150000"/>
              </a:lnSpc>
            </a:pPr>
            <a:r>
              <a:rPr lang="en-US" b="1" dirty="0">
                <a:latin typeface="Times New Roman" panose="02020603050405020304" pitchFamily="18" charset="0"/>
                <a:ea typeface="Times New Roman" panose="02020603050405020304" pitchFamily="18" charset="0"/>
              </a:rPr>
              <a:t>  System</a:t>
            </a:r>
            <a:r>
              <a:rPr lang="en-US" sz="1200" b="1" dirty="0">
                <a:latin typeface="Times New Roman" panose="02020603050405020304" pitchFamily="18" charset="0"/>
                <a:ea typeface="Times New Roman" panose="02020603050405020304" pitchFamily="18" charset="0"/>
              </a:rPr>
              <a:t>:</a:t>
            </a:r>
            <a:endParaRPr lang="en-IN" sz="1200" dirty="0">
              <a:latin typeface="Times New Roman" panose="02020603050405020304" pitchFamily="18" charset="0"/>
              <a:ea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1. Data Collection:</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This module is responsible for collecting ad click data from available datasets or live sources. The dataset includes essential features such as IP address, app ID, device type, OS version, channel ID, click time, and attribution time. The target variable  indicates if the user downloaded the app post-click.</a:t>
            </a:r>
          </a:p>
          <a:p>
            <a:pPr algn="just"/>
            <a:r>
              <a:rPr lang="en-IN" b="1" dirty="0">
                <a:latin typeface="Times New Roman" panose="02020603050405020304" pitchFamily="18" charset="0"/>
                <a:cs typeface="Times New Roman" panose="02020603050405020304" pitchFamily="18" charset="0"/>
              </a:rPr>
              <a:t>2.Data Preprocessing:</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Raw data is often noisy or incomplete. This module handles missing values, encodes categorical variables, and scales numerical features. Timestamp fields like </a:t>
            </a:r>
            <a:r>
              <a:rPr lang="en-IN" dirty="0" err="1">
                <a:latin typeface="Times New Roman" panose="02020603050405020304" pitchFamily="18" charset="0"/>
                <a:cs typeface="Times New Roman" panose="02020603050405020304" pitchFamily="18" charset="0"/>
              </a:rPr>
              <a:t>click_time</a:t>
            </a:r>
            <a:r>
              <a:rPr lang="en-IN" dirty="0">
                <a:latin typeface="Times New Roman" panose="02020603050405020304" pitchFamily="18" charset="0"/>
                <a:cs typeface="Times New Roman" panose="02020603050405020304" pitchFamily="18" charset="0"/>
              </a:rPr>
              <a:t> are converted into meaningful features (hour, day, etc.) to improve model learning.</a:t>
            </a:r>
          </a:p>
          <a:p>
            <a:pPr algn="just"/>
            <a:r>
              <a:rPr lang="en-IN" dirty="0">
                <a:latin typeface="Times New Roman" panose="02020603050405020304" pitchFamily="18" charset="0"/>
                <a:cs typeface="Times New Roman" panose="02020603050405020304" pitchFamily="18" charset="0"/>
              </a:rPr>
              <a:t>3.</a:t>
            </a:r>
            <a:r>
              <a:rPr lang="en-IN" b="1" dirty="0">
                <a:latin typeface="Times New Roman" panose="02020603050405020304" pitchFamily="18" charset="0"/>
                <a:cs typeface="Times New Roman" panose="02020603050405020304" pitchFamily="18" charset="0"/>
              </a:rPr>
              <a:t>Splitting Data:</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The dataset is split into training and testing sets to evaluate model generalization. Stratified splitting ensures class balance is maintained, which is especially important for imbalanced data like fraud detection.</a:t>
            </a:r>
          </a:p>
          <a:p>
            <a:pPr algn="just"/>
            <a:endParaRPr lang="en-IN" dirty="0">
              <a:latin typeface="Times New Roman" panose="02020603050405020304" pitchFamily="18" charset="0"/>
              <a:cs typeface="Times New Roman" panose="02020603050405020304" pitchFamily="18" charset="0"/>
            </a:endParaRPr>
          </a:p>
          <a:p>
            <a:pPr marL="457200" lvl="1" algn="just">
              <a:lnSpc>
                <a:spcPct val="150000"/>
              </a:lnSpc>
            </a:pPr>
            <a:endParaRPr lang="en-IN" sz="1200"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4200181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224"/>
        <p:cNvGrpSpPr/>
        <p:nvPr/>
      </p:nvGrpSpPr>
      <p:grpSpPr>
        <a:xfrm>
          <a:off x="0" y="0"/>
          <a:ext cx="0" cy="0"/>
          <a:chOff x="0" y="0"/>
          <a:chExt cx="0" cy="0"/>
        </a:xfrm>
      </p:grpSpPr>
      <p:sp>
        <p:nvSpPr>
          <p:cNvPr id="1225" name="Google Shape;1225;p38"/>
          <p:cNvSpPr txBox="1">
            <a:spLocks noGrp="1"/>
          </p:cNvSpPr>
          <p:nvPr>
            <p:ph type="title"/>
          </p:nvPr>
        </p:nvSpPr>
        <p:spPr>
          <a:xfrm>
            <a:off x="1719403" y="304800"/>
            <a:ext cx="5761618" cy="710700"/>
          </a:xfrm>
          <a:prstGeom prst="rect">
            <a:avLst/>
          </a:prstGeom>
          <a:ln>
            <a:noFill/>
          </a:ln>
        </p:spPr>
        <p:txBody>
          <a:bodyPr spcFirstLastPara="1" wrap="square" lIns="91425" tIns="91425" rIns="91425" bIns="91425" anchor="t" anchorCtr="0">
            <a:noAutofit/>
          </a:bodyPr>
          <a:lstStyle/>
          <a:p>
            <a:pPr lvl="0"/>
            <a:r>
              <a:rPr lang="en-US" sz="2400" b="1" dirty="0">
                <a:latin typeface="Times New Roman" panose="02020603050405020304" pitchFamily="18" charset="0"/>
                <a:ea typeface="Poppins" panose="00000500000000000000"/>
                <a:cs typeface="Times New Roman" panose="02020603050405020304" pitchFamily="18" charset="0"/>
                <a:sym typeface="Poppins" panose="00000500000000000000"/>
              </a:rPr>
              <a:t>MODULES</a:t>
            </a:r>
          </a:p>
        </p:txBody>
      </p:sp>
      <p:sp>
        <p:nvSpPr>
          <p:cNvPr id="1389" name="Google Shape;1389;p38"/>
          <p:cNvSpPr/>
          <p:nvPr/>
        </p:nvSpPr>
        <p:spPr>
          <a:xfrm>
            <a:off x="6611106" y="2845440"/>
            <a:ext cx="2188668" cy="1945017"/>
          </a:xfrm>
          <a:custGeom>
            <a:avLst/>
            <a:gdLst/>
            <a:ahLst/>
            <a:cxnLst/>
            <a:rect l="l" t="t" r="r" b="b"/>
            <a:pathLst>
              <a:path w="67892" h="60334" extrusionOk="0">
                <a:moveTo>
                  <a:pt x="40065" y="0"/>
                </a:moveTo>
                <a:cubicBezTo>
                  <a:pt x="29635" y="0"/>
                  <a:pt x="18295" y="2594"/>
                  <a:pt x="9925" y="11430"/>
                </a:cubicBezTo>
                <a:cubicBezTo>
                  <a:pt x="9172" y="12224"/>
                  <a:pt x="8479" y="13096"/>
                  <a:pt x="7843" y="14035"/>
                </a:cubicBezTo>
                <a:cubicBezTo>
                  <a:pt x="7800" y="14099"/>
                  <a:pt x="7759" y="14161"/>
                  <a:pt x="7716" y="14225"/>
                </a:cubicBezTo>
                <a:cubicBezTo>
                  <a:pt x="0" y="25889"/>
                  <a:pt x="1051" y="47717"/>
                  <a:pt x="10852" y="60333"/>
                </a:cubicBezTo>
                <a:lnTo>
                  <a:pt x="65912" y="60309"/>
                </a:lnTo>
                <a:cubicBezTo>
                  <a:pt x="67000" y="60309"/>
                  <a:pt x="67880" y="59429"/>
                  <a:pt x="67880" y="58342"/>
                </a:cubicBezTo>
                <a:lnTo>
                  <a:pt x="67892" y="5246"/>
                </a:lnTo>
                <a:cubicBezTo>
                  <a:pt x="67784" y="5202"/>
                  <a:pt x="54837" y="0"/>
                  <a:pt x="400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Rectangle 1"/>
          <p:cNvSpPr/>
          <p:nvPr/>
        </p:nvSpPr>
        <p:spPr>
          <a:xfrm>
            <a:off x="988949" y="1065800"/>
            <a:ext cx="6864731" cy="2893100"/>
          </a:xfrm>
          <a:prstGeom prst="rect">
            <a:avLst/>
          </a:prstGeom>
        </p:spPr>
        <p:txBody>
          <a:bodyPr wrap="square">
            <a:spAutoFit/>
          </a:bodyPr>
          <a:lstStyle/>
          <a:p>
            <a:pPr algn="just"/>
            <a:r>
              <a:rPr lang="en-IN" dirty="0">
                <a:latin typeface="Times New Roman" panose="02020603050405020304" pitchFamily="18" charset="0"/>
                <a:cs typeface="Times New Roman" panose="02020603050405020304" pitchFamily="18" charset="0"/>
              </a:rPr>
              <a:t> 4.</a:t>
            </a:r>
            <a:r>
              <a:rPr lang="en-IN" b="1" dirty="0">
                <a:latin typeface="Times New Roman" panose="02020603050405020304" pitchFamily="18" charset="0"/>
                <a:cs typeface="Times New Roman" panose="02020603050405020304" pitchFamily="18" charset="0"/>
              </a:rPr>
              <a:t>Model Training:</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Multiple models including Logistic Regression, Decision Tree, Random Forest, KNN, ANN, SVM, </a:t>
            </a:r>
            <a:r>
              <a:rPr lang="en-IN" dirty="0" err="1">
                <a:latin typeface="Times New Roman" panose="02020603050405020304" pitchFamily="18" charset="0"/>
                <a:cs typeface="Times New Roman" panose="02020603050405020304" pitchFamily="18" charset="0"/>
              </a:rPr>
              <a:t>XGBoost</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LightGBM</a:t>
            </a:r>
            <a:r>
              <a:rPr lang="en-IN" dirty="0">
                <a:latin typeface="Times New Roman" panose="02020603050405020304" pitchFamily="18" charset="0"/>
                <a:cs typeface="Times New Roman" panose="02020603050405020304" pitchFamily="18" charset="0"/>
              </a:rPr>
              <a:t>, CNN, RNN, LSTM, GRU, and Stacking Classifier are trained on the prepared training dataset using appropriate hyperparameters.</a:t>
            </a:r>
          </a:p>
          <a:p>
            <a:pPr algn="just"/>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5. Model Evaluation:</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Each trained model is evaluated using metrics like accuracy, precision, recall, F1-score, and ROC-AUC. This module compares model performance to identify the best candidates for deployment.</a:t>
            </a:r>
          </a:p>
          <a:p>
            <a:pPr algn="just"/>
            <a:r>
              <a:rPr lang="en-IN" dirty="0">
                <a:latin typeface="Times New Roman" panose="02020603050405020304" pitchFamily="18" charset="0"/>
                <a:cs typeface="Times New Roman" panose="02020603050405020304" pitchFamily="18" charset="0"/>
              </a:rPr>
              <a:t> </a:t>
            </a:r>
          </a:p>
          <a:p>
            <a:pPr lvl="0" algn="just"/>
            <a:r>
              <a:rPr lang="en-IN" b="1" dirty="0">
                <a:latin typeface="Times New Roman" panose="02020603050405020304" pitchFamily="18" charset="0"/>
                <a:cs typeface="Times New Roman" panose="02020603050405020304" pitchFamily="18" charset="0"/>
              </a:rPr>
              <a:t>Model Prediction:</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This module handles real-time predictions. It receives input features from users and applies the best-performing model(s) to predict whether a given ad click is fraudulent or legitimate.</a:t>
            </a:r>
            <a:endParaRPr lang="en-US" sz="1200"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790352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224"/>
        <p:cNvGrpSpPr/>
        <p:nvPr/>
      </p:nvGrpSpPr>
      <p:grpSpPr>
        <a:xfrm>
          <a:off x="0" y="0"/>
          <a:ext cx="0" cy="0"/>
          <a:chOff x="0" y="0"/>
          <a:chExt cx="0" cy="0"/>
        </a:xfrm>
      </p:grpSpPr>
      <p:sp>
        <p:nvSpPr>
          <p:cNvPr id="1225" name="Google Shape;1225;p38"/>
          <p:cNvSpPr txBox="1">
            <a:spLocks noGrp="1"/>
          </p:cNvSpPr>
          <p:nvPr>
            <p:ph type="title"/>
          </p:nvPr>
        </p:nvSpPr>
        <p:spPr>
          <a:xfrm>
            <a:off x="1719403" y="304800"/>
            <a:ext cx="5761618" cy="710700"/>
          </a:xfrm>
          <a:prstGeom prst="rect">
            <a:avLst/>
          </a:prstGeom>
          <a:ln>
            <a:noFill/>
          </a:ln>
        </p:spPr>
        <p:txBody>
          <a:bodyPr spcFirstLastPara="1" wrap="square" lIns="91425" tIns="91425" rIns="91425" bIns="91425" anchor="t" anchorCtr="0">
            <a:noAutofit/>
          </a:bodyPr>
          <a:lstStyle/>
          <a:p>
            <a:pPr lvl="0"/>
            <a:r>
              <a:rPr lang="en-US" sz="2400" b="1" dirty="0">
                <a:latin typeface="Times New Roman" panose="02020603050405020304" pitchFamily="18" charset="0"/>
                <a:ea typeface="Poppins" panose="00000500000000000000"/>
                <a:cs typeface="Times New Roman" panose="02020603050405020304" pitchFamily="18" charset="0"/>
                <a:sym typeface="Poppins" panose="00000500000000000000"/>
              </a:rPr>
              <a:t>MODULES</a:t>
            </a:r>
          </a:p>
        </p:txBody>
      </p:sp>
      <p:sp>
        <p:nvSpPr>
          <p:cNvPr id="1389" name="Google Shape;1389;p38"/>
          <p:cNvSpPr/>
          <p:nvPr/>
        </p:nvSpPr>
        <p:spPr>
          <a:xfrm>
            <a:off x="6611106" y="2845440"/>
            <a:ext cx="2188668" cy="1945017"/>
          </a:xfrm>
          <a:custGeom>
            <a:avLst/>
            <a:gdLst/>
            <a:ahLst/>
            <a:cxnLst/>
            <a:rect l="l" t="t" r="r" b="b"/>
            <a:pathLst>
              <a:path w="67892" h="60334" extrusionOk="0">
                <a:moveTo>
                  <a:pt x="40065" y="0"/>
                </a:moveTo>
                <a:cubicBezTo>
                  <a:pt x="29635" y="0"/>
                  <a:pt x="18295" y="2594"/>
                  <a:pt x="9925" y="11430"/>
                </a:cubicBezTo>
                <a:cubicBezTo>
                  <a:pt x="9172" y="12224"/>
                  <a:pt x="8479" y="13096"/>
                  <a:pt x="7843" y="14035"/>
                </a:cubicBezTo>
                <a:cubicBezTo>
                  <a:pt x="7800" y="14099"/>
                  <a:pt x="7759" y="14161"/>
                  <a:pt x="7716" y="14225"/>
                </a:cubicBezTo>
                <a:cubicBezTo>
                  <a:pt x="0" y="25889"/>
                  <a:pt x="1051" y="47717"/>
                  <a:pt x="10852" y="60333"/>
                </a:cubicBezTo>
                <a:lnTo>
                  <a:pt x="65912" y="60309"/>
                </a:lnTo>
                <a:cubicBezTo>
                  <a:pt x="67000" y="60309"/>
                  <a:pt x="67880" y="59429"/>
                  <a:pt x="67880" y="58342"/>
                </a:cubicBezTo>
                <a:lnTo>
                  <a:pt x="67892" y="5246"/>
                </a:lnTo>
                <a:cubicBezTo>
                  <a:pt x="67784" y="5202"/>
                  <a:pt x="54837" y="0"/>
                  <a:pt x="400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Rectangle 1"/>
          <p:cNvSpPr/>
          <p:nvPr/>
        </p:nvSpPr>
        <p:spPr>
          <a:xfrm>
            <a:off x="1020976" y="1096831"/>
            <a:ext cx="7158472" cy="3136884"/>
          </a:xfrm>
          <a:prstGeom prst="rect">
            <a:avLst/>
          </a:prstGeom>
        </p:spPr>
        <p:txBody>
          <a:bodyPr wrap="square">
            <a:spAutoFit/>
          </a:bodyPr>
          <a:lstStyle/>
          <a:p>
            <a:pPr algn="just"/>
            <a:r>
              <a:rPr lang="en-IN" b="1" dirty="0">
                <a:latin typeface="Times New Roman" panose="02020603050405020304" pitchFamily="18" charset="0"/>
                <a:cs typeface="Times New Roman" panose="02020603050405020304" pitchFamily="18" charset="0"/>
              </a:rPr>
              <a:t>👤 User Modules</a:t>
            </a:r>
          </a:p>
          <a:p>
            <a:pPr algn="just"/>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1.Login Page:</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Allows registered users to securely log into the system using their email and password. Session management ensures secure and authenticated access to other parts of the application.</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 2.</a:t>
            </a:r>
            <a:r>
              <a:rPr lang="en-IN" b="1" dirty="0">
                <a:latin typeface="Times New Roman" panose="02020603050405020304" pitchFamily="18" charset="0"/>
                <a:cs typeface="Times New Roman" panose="02020603050405020304" pitchFamily="18" charset="0"/>
              </a:rPr>
              <a:t>Registration Page:</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New users can create an account by filling in required details like name, email, and password. Upon successful registration, users are redirected to the login page.</a:t>
            </a:r>
          </a:p>
          <a:p>
            <a:pPr algn="just"/>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3.Upload Page:</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Users can upload new datasets for training or testing purposes. The uploaded file is validated for format and structure before being processed for </a:t>
            </a:r>
            <a:r>
              <a:rPr lang="en-IN" dirty="0" err="1">
                <a:latin typeface="Times New Roman" panose="02020603050405020304" pitchFamily="18" charset="0"/>
                <a:cs typeface="Times New Roman" panose="02020603050405020304" pitchFamily="18" charset="0"/>
              </a:rPr>
              <a:t>modeling</a:t>
            </a:r>
            <a:r>
              <a:rPr lang="en-IN" dirty="0">
                <a:latin typeface="Times New Roman" panose="02020603050405020304" pitchFamily="18" charset="0"/>
                <a:cs typeface="Times New Roman" panose="02020603050405020304" pitchFamily="18" charset="0"/>
              </a:rPr>
              <a:t>.</a:t>
            </a:r>
          </a:p>
          <a:p>
            <a:pPr algn="just">
              <a:lnSpc>
                <a:spcPct val="150000"/>
              </a:lnSpc>
            </a:pPr>
            <a:endParaRPr lang="en-US" sz="1200"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0400779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224"/>
        <p:cNvGrpSpPr/>
        <p:nvPr/>
      </p:nvGrpSpPr>
      <p:grpSpPr>
        <a:xfrm>
          <a:off x="0" y="0"/>
          <a:ext cx="0" cy="0"/>
          <a:chOff x="0" y="0"/>
          <a:chExt cx="0" cy="0"/>
        </a:xfrm>
      </p:grpSpPr>
      <p:sp>
        <p:nvSpPr>
          <p:cNvPr id="1225" name="Google Shape;1225;p38"/>
          <p:cNvSpPr txBox="1">
            <a:spLocks noGrp="1"/>
          </p:cNvSpPr>
          <p:nvPr>
            <p:ph type="title"/>
          </p:nvPr>
        </p:nvSpPr>
        <p:spPr>
          <a:xfrm>
            <a:off x="1719403" y="304800"/>
            <a:ext cx="5761618" cy="710700"/>
          </a:xfrm>
          <a:prstGeom prst="rect">
            <a:avLst/>
          </a:prstGeom>
          <a:ln>
            <a:noFill/>
          </a:ln>
        </p:spPr>
        <p:txBody>
          <a:bodyPr spcFirstLastPara="1" wrap="square" lIns="91425" tIns="91425" rIns="91425" bIns="91425" anchor="t" anchorCtr="0">
            <a:noAutofit/>
          </a:bodyPr>
          <a:lstStyle/>
          <a:p>
            <a:pPr lvl="0"/>
            <a:r>
              <a:rPr lang="en-US" sz="2400" b="1" dirty="0">
                <a:latin typeface="Times New Roman" panose="02020603050405020304" pitchFamily="18" charset="0"/>
                <a:ea typeface="Poppins" panose="00000500000000000000"/>
                <a:cs typeface="Times New Roman" panose="02020603050405020304" pitchFamily="18" charset="0"/>
                <a:sym typeface="Poppins" panose="00000500000000000000"/>
              </a:rPr>
              <a:t>MODULES</a:t>
            </a:r>
          </a:p>
        </p:txBody>
      </p:sp>
      <p:sp>
        <p:nvSpPr>
          <p:cNvPr id="1389" name="Google Shape;1389;p38"/>
          <p:cNvSpPr/>
          <p:nvPr/>
        </p:nvSpPr>
        <p:spPr>
          <a:xfrm>
            <a:off x="6611106" y="2845440"/>
            <a:ext cx="2188668" cy="1945017"/>
          </a:xfrm>
          <a:custGeom>
            <a:avLst/>
            <a:gdLst/>
            <a:ahLst/>
            <a:cxnLst/>
            <a:rect l="l" t="t" r="r" b="b"/>
            <a:pathLst>
              <a:path w="67892" h="60334" extrusionOk="0">
                <a:moveTo>
                  <a:pt x="40065" y="0"/>
                </a:moveTo>
                <a:cubicBezTo>
                  <a:pt x="29635" y="0"/>
                  <a:pt x="18295" y="2594"/>
                  <a:pt x="9925" y="11430"/>
                </a:cubicBezTo>
                <a:cubicBezTo>
                  <a:pt x="9172" y="12224"/>
                  <a:pt x="8479" y="13096"/>
                  <a:pt x="7843" y="14035"/>
                </a:cubicBezTo>
                <a:cubicBezTo>
                  <a:pt x="7800" y="14099"/>
                  <a:pt x="7759" y="14161"/>
                  <a:pt x="7716" y="14225"/>
                </a:cubicBezTo>
                <a:cubicBezTo>
                  <a:pt x="0" y="25889"/>
                  <a:pt x="1051" y="47717"/>
                  <a:pt x="10852" y="60333"/>
                </a:cubicBezTo>
                <a:lnTo>
                  <a:pt x="65912" y="60309"/>
                </a:lnTo>
                <a:cubicBezTo>
                  <a:pt x="67000" y="60309"/>
                  <a:pt x="67880" y="59429"/>
                  <a:pt x="67880" y="58342"/>
                </a:cubicBezTo>
                <a:lnTo>
                  <a:pt x="67892" y="5246"/>
                </a:lnTo>
                <a:cubicBezTo>
                  <a:pt x="67784" y="5202"/>
                  <a:pt x="54837" y="0"/>
                  <a:pt x="400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Rectangle 1"/>
          <p:cNvSpPr/>
          <p:nvPr/>
        </p:nvSpPr>
        <p:spPr>
          <a:xfrm>
            <a:off x="975355" y="1096831"/>
            <a:ext cx="7412274" cy="3136884"/>
          </a:xfrm>
          <a:prstGeom prst="rect">
            <a:avLst/>
          </a:prstGeom>
        </p:spPr>
        <p:txBody>
          <a:bodyPr wrap="square">
            <a:spAutoFit/>
          </a:bodyPr>
          <a:lstStyle/>
          <a:p>
            <a:pPr algn="just"/>
            <a:r>
              <a:rPr lang="en-IN" b="1" dirty="0">
                <a:latin typeface="Times New Roman" panose="02020603050405020304" pitchFamily="18" charset="0"/>
                <a:cs typeface="Times New Roman" panose="02020603050405020304" pitchFamily="18" charset="0"/>
              </a:rPr>
              <a:t>4.Model Page:</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This page displays the performance of all trained models. Users can view evaluation as accuracy model for prediction tasks.</a:t>
            </a:r>
          </a:p>
          <a:p>
            <a:pPr algn="just"/>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5.Prediction Page:</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Provides an interface where users input features such as IP, app ID, device type, OS, channel, and click time. The model uses these inputs to predict whether the click is </a:t>
            </a:r>
            <a:r>
              <a:rPr lang="en-IN" b="1" dirty="0">
                <a:latin typeface="Times New Roman" panose="02020603050405020304" pitchFamily="18" charset="0"/>
                <a:cs typeface="Times New Roman" panose="02020603050405020304" pitchFamily="18" charset="0"/>
              </a:rPr>
              <a:t>fraudulent or not</a:t>
            </a:r>
            <a:r>
              <a:rPr lang="en-IN" dirty="0">
                <a:latin typeface="Times New Roman" panose="02020603050405020304" pitchFamily="18" charset="0"/>
                <a:cs typeface="Times New Roman" panose="02020603050405020304" pitchFamily="18" charset="0"/>
              </a:rPr>
              <a:t> and displays the result instantly.</a:t>
            </a:r>
          </a:p>
          <a:p>
            <a:pPr algn="just"/>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6.Logout</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To ensure data security and session integrity, the logout module allows users to safely end their session. When the logout option is selected, the system clears all active session data and redirects the user to the login page.</a:t>
            </a:r>
          </a:p>
          <a:p>
            <a:pPr algn="just">
              <a:lnSpc>
                <a:spcPct val="150000"/>
              </a:lnSpc>
            </a:pPr>
            <a:endParaRPr lang="en-US" sz="1200"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0908124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sp>
        <p:nvSpPr>
          <p:cNvPr id="885" name="Google Shape;885;p33"/>
          <p:cNvSpPr txBox="1">
            <a:spLocks noGrp="1"/>
          </p:cNvSpPr>
          <p:nvPr>
            <p:ph type="title"/>
          </p:nvPr>
        </p:nvSpPr>
        <p:spPr>
          <a:xfrm>
            <a:off x="642342" y="258417"/>
            <a:ext cx="7441663" cy="735496"/>
          </a:xfrm>
          <a:prstGeom prst="rect">
            <a:avLst/>
          </a:prstGeom>
        </p:spPr>
        <p:txBody>
          <a:bodyPr spcFirstLastPara="1" wrap="square" lIns="91425" tIns="91425" rIns="91425" bIns="91425" anchor="t" anchorCtr="0">
            <a:noAutofit/>
          </a:bodyPr>
          <a:lstStyle/>
          <a:p>
            <a:pPr algn="ctr">
              <a:lnSpc>
                <a:spcPct val="150000"/>
              </a:lnSpc>
            </a:pPr>
            <a:r>
              <a:rPr lang="en-US" sz="2400" b="1" dirty="0">
                <a:latin typeface="Times New Roman" panose="02020603050405020304" pitchFamily="18" charset="0"/>
                <a:cs typeface="Times New Roman" panose="02020603050405020304" pitchFamily="18" charset="0"/>
              </a:rPr>
              <a:t>UML DIAGRAMS</a:t>
            </a:r>
          </a:p>
        </p:txBody>
      </p:sp>
      <p:sp>
        <p:nvSpPr>
          <p:cNvPr id="886" name="Google Shape;886;p33"/>
          <p:cNvSpPr txBox="1">
            <a:spLocks noGrp="1"/>
          </p:cNvSpPr>
          <p:nvPr>
            <p:ph type="body" idx="1"/>
          </p:nvPr>
        </p:nvSpPr>
        <p:spPr>
          <a:xfrm>
            <a:off x="537238" y="1038484"/>
            <a:ext cx="7931993" cy="3584713"/>
          </a:xfrm>
          <a:prstGeom prst="rect">
            <a:avLst/>
          </a:prstGeom>
        </p:spPr>
        <p:txBody>
          <a:bodyPr spcFirstLastPara="1" wrap="square" lIns="91425" tIns="91425" rIns="91425" bIns="91425" anchor="t" anchorCtr="0">
            <a:noAutofit/>
          </a:bodyPr>
          <a:lstStyle/>
          <a:p>
            <a:pPr marL="857250" indent="-400050" algn="just">
              <a:lnSpc>
                <a:spcPct val="150000"/>
              </a:lnSpc>
              <a:buClr>
                <a:schemeClr val="accent5">
                  <a:lumMod val="50000"/>
                </a:schemeClr>
              </a:buClr>
              <a:buFont typeface="+mj-lt"/>
              <a:buAutoNum type="romanLcPeriod"/>
            </a:pPr>
            <a:r>
              <a:rPr lang="en-US" sz="1400" dirty="0">
                <a:solidFill>
                  <a:schemeClr val="tx1"/>
                </a:solidFill>
                <a:latin typeface="Times New Roman" panose="02020603050405020304" pitchFamily="18" charset="0"/>
                <a:ea typeface="Times New Roman" panose="02020603050405020304" pitchFamily="18" charset="0"/>
              </a:rPr>
              <a:t>UML stands for Unified Modelling Language. UML is a standardized general-purpose modelling language in the field of object-oriented software engineering. The standard is managed, and was created by, the Object Management Group. </a:t>
            </a:r>
          </a:p>
          <a:p>
            <a:pPr marL="857250" indent="-400050" algn="just">
              <a:lnSpc>
                <a:spcPct val="150000"/>
              </a:lnSpc>
              <a:buClr>
                <a:schemeClr val="accent5">
                  <a:lumMod val="50000"/>
                </a:schemeClr>
              </a:buClr>
              <a:buFont typeface="+mj-lt"/>
              <a:buAutoNum type="romanLcPeriod"/>
            </a:pPr>
            <a:r>
              <a:rPr lang="en-US" sz="1400" dirty="0">
                <a:solidFill>
                  <a:schemeClr val="tx1"/>
                </a:solidFill>
                <a:latin typeface="Times New Roman" panose="02020603050405020304" pitchFamily="18" charset="0"/>
                <a:ea typeface="Times New Roman" panose="02020603050405020304" pitchFamily="18" charset="0"/>
              </a:rPr>
              <a:t>The goal is for UML to become a common language for creating models of object-oriented computer software. In its current form UML is comprised of two major components: a Meta-model and a notation. In the future, some form of method or process may also be added to; or associated with, UML.</a:t>
            </a:r>
            <a:endParaRPr lang="en-IN" sz="1400" dirty="0">
              <a:solidFill>
                <a:schemeClr val="tx1"/>
              </a:solidFill>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9002320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sp>
        <p:nvSpPr>
          <p:cNvPr id="885" name="Google Shape;885;p33"/>
          <p:cNvSpPr txBox="1">
            <a:spLocks noGrp="1"/>
          </p:cNvSpPr>
          <p:nvPr>
            <p:ph type="title"/>
          </p:nvPr>
        </p:nvSpPr>
        <p:spPr>
          <a:xfrm>
            <a:off x="642342" y="258417"/>
            <a:ext cx="7441663" cy="735496"/>
          </a:xfrm>
          <a:prstGeom prst="rect">
            <a:avLst/>
          </a:prstGeom>
        </p:spPr>
        <p:txBody>
          <a:bodyPr spcFirstLastPara="1" wrap="square" lIns="91425" tIns="91425" rIns="91425" bIns="91425" anchor="t" anchorCtr="0">
            <a:noAutofit/>
          </a:bodyPr>
          <a:lstStyle/>
          <a:p>
            <a:pPr algn="ctr">
              <a:lnSpc>
                <a:spcPct val="150000"/>
              </a:lnSpc>
            </a:pPr>
            <a:r>
              <a:rPr lang="en-US" sz="2400" b="1" dirty="0">
                <a:latin typeface="Times New Roman" panose="02020603050405020304" pitchFamily="18" charset="0"/>
                <a:cs typeface="Times New Roman" panose="02020603050405020304" pitchFamily="18" charset="0"/>
              </a:rPr>
              <a:t>UML DIAGRAMS</a:t>
            </a:r>
          </a:p>
        </p:txBody>
      </p:sp>
      <p:sp>
        <p:nvSpPr>
          <p:cNvPr id="886" name="Google Shape;886;p33"/>
          <p:cNvSpPr txBox="1">
            <a:spLocks noGrp="1"/>
          </p:cNvSpPr>
          <p:nvPr>
            <p:ph type="body" idx="1"/>
          </p:nvPr>
        </p:nvSpPr>
        <p:spPr>
          <a:xfrm>
            <a:off x="404841" y="721822"/>
            <a:ext cx="7916664" cy="546538"/>
          </a:xfrm>
          <a:prstGeom prst="rect">
            <a:avLst/>
          </a:prstGeom>
        </p:spPr>
        <p:txBody>
          <a:bodyPr spcFirstLastPara="1" wrap="square" lIns="91425" tIns="91425" rIns="91425" bIns="91425" anchor="t" anchorCtr="0">
            <a:noAutofit/>
          </a:bodyPr>
          <a:lstStyle/>
          <a:p>
            <a:pPr marL="146050" lvl="0" indent="0" algn="just">
              <a:lnSpc>
                <a:spcPct val="150000"/>
              </a:lnSpc>
              <a:buNone/>
            </a:pPr>
            <a:r>
              <a:rPr lang="en-US" sz="1200" dirty="0">
                <a:latin typeface="Times New Roman" panose="02020603050405020304" pitchFamily="18" charset="0"/>
                <a:cs typeface="Times New Roman" panose="02020603050405020304" pitchFamily="18" charset="0"/>
              </a:rPr>
              <a:t>A </a:t>
            </a:r>
            <a:r>
              <a:rPr lang="en-US" sz="1400" b="1" dirty="0">
                <a:latin typeface="Times New Roman" panose="02020603050405020304" pitchFamily="18" charset="0"/>
                <a:cs typeface="Times New Roman" panose="02020603050405020304" pitchFamily="18" charset="0"/>
              </a:rPr>
              <a:t>Use case diagram </a:t>
            </a:r>
            <a:r>
              <a:rPr lang="en-US" sz="1200" dirty="0">
                <a:latin typeface="Times New Roman" panose="02020603050405020304" pitchFamily="18" charset="0"/>
                <a:cs typeface="Times New Roman" panose="02020603050405020304" pitchFamily="18" charset="0"/>
              </a:rPr>
              <a:t>in the Unified Modeling Language (UML) is a type of behavioral diagram defined by and created from a Use-case analysis. </a:t>
            </a:r>
            <a:endParaRPr lang="en-IN" sz="12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8C7D67D7-0635-2788-D435-7303029585C2}"/>
              </a:ext>
            </a:extLst>
          </p:cNvPr>
          <p:cNvPicPr>
            <a:picLocks noChangeAspect="1"/>
          </p:cNvPicPr>
          <p:nvPr/>
        </p:nvPicPr>
        <p:blipFill>
          <a:blip r:embed="rId3"/>
          <a:stretch>
            <a:fillRect/>
          </a:stretch>
        </p:blipFill>
        <p:spPr>
          <a:xfrm>
            <a:off x="1703387" y="1731765"/>
            <a:ext cx="5534025" cy="2689913"/>
          </a:xfrm>
          <a:prstGeom prst="rect">
            <a:avLst/>
          </a:prstGeom>
        </p:spPr>
      </p:pic>
    </p:spTree>
    <p:extLst>
      <p:ext uri="{BB962C8B-B14F-4D97-AF65-F5344CB8AC3E}">
        <p14:creationId xmlns:p14="http://schemas.microsoft.com/office/powerpoint/2010/main" val="33283301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sp>
        <p:nvSpPr>
          <p:cNvPr id="885" name="Google Shape;885;p33"/>
          <p:cNvSpPr txBox="1">
            <a:spLocks noGrp="1"/>
          </p:cNvSpPr>
          <p:nvPr>
            <p:ph type="title"/>
          </p:nvPr>
        </p:nvSpPr>
        <p:spPr>
          <a:xfrm>
            <a:off x="642342" y="258417"/>
            <a:ext cx="7441663" cy="735496"/>
          </a:xfrm>
          <a:prstGeom prst="rect">
            <a:avLst/>
          </a:prstGeom>
        </p:spPr>
        <p:txBody>
          <a:bodyPr spcFirstLastPara="1" wrap="square" lIns="91425" tIns="91425" rIns="91425" bIns="91425" anchor="t" anchorCtr="0">
            <a:noAutofit/>
          </a:bodyPr>
          <a:lstStyle/>
          <a:p>
            <a:pPr algn="ctr">
              <a:lnSpc>
                <a:spcPct val="150000"/>
              </a:lnSpc>
            </a:pPr>
            <a:r>
              <a:rPr lang="en-US" sz="2400" b="1" dirty="0">
                <a:latin typeface="Times New Roman" panose="02020603050405020304" pitchFamily="18" charset="0"/>
                <a:cs typeface="Times New Roman" panose="02020603050405020304" pitchFamily="18" charset="0"/>
              </a:rPr>
              <a:t>UML DIAGRAMS</a:t>
            </a:r>
          </a:p>
        </p:txBody>
      </p:sp>
      <p:sp>
        <p:nvSpPr>
          <p:cNvPr id="886" name="Google Shape;886;p33"/>
          <p:cNvSpPr txBox="1">
            <a:spLocks noGrp="1"/>
          </p:cNvSpPr>
          <p:nvPr>
            <p:ph type="body" idx="1"/>
          </p:nvPr>
        </p:nvSpPr>
        <p:spPr>
          <a:xfrm>
            <a:off x="568766" y="793715"/>
            <a:ext cx="7931993" cy="744863"/>
          </a:xfrm>
          <a:prstGeom prst="rect">
            <a:avLst/>
          </a:prstGeom>
        </p:spPr>
        <p:txBody>
          <a:bodyPr spcFirstLastPara="1" wrap="square" lIns="91425" tIns="91425" rIns="91425" bIns="91425" anchor="t" anchorCtr="0">
            <a:noAutofit/>
          </a:bodyPr>
          <a:lstStyle/>
          <a:p>
            <a:pPr marL="146050" indent="0" algn="just">
              <a:lnSpc>
                <a:spcPct val="150000"/>
              </a:lnSpc>
              <a:buClr>
                <a:schemeClr val="accent5">
                  <a:lumMod val="50000"/>
                </a:schemeClr>
              </a:buClr>
              <a:buNone/>
            </a:pPr>
            <a:r>
              <a:rPr lang="en-US" sz="1200" dirty="0">
                <a:latin typeface="Times New Roman" panose="02020603050405020304" pitchFamily="18" charset="0"/>
                <a:cs typeface="Times New Roman" panose="02020603050405020304" pitchFamily="18" charset="0"/>
              </a:rPr>
              <a:t>A </a:t>
            </a:r>
            <a:r>
              <a:rPr lang="en-US" sz="1200" b="1" dirty="0">
                <a:latin typeface="Times New Roman" panose="02020603050405020304" pitchFamily="18" charset="0"/>
                <a:cs typeface="Times New Roman" panose="02020603050405020304" pitchFamily="18" charset="0"/>
              </a:rPr>
              <a:t>Class Diagram </a:t>
            </a:r>
            <a:r>
              <a:rPr lang="en-US" sz="1200" dirty="0">
                <a:latin typeface="Times New Roman" panose="02020603050405020304" pitchFamily="18" charset="0"/>
                <a:cs typeface="Times New Roman" panose="02020603050405020304" pitchFamily="18" charset="0"/>
              </a:rPr>
              <a:t>in the Unified Modeling Language (UML) is a type of static structure diagram that describes the structure of a system by showing the system's classes, their attributes, operations (or methods), and the relationships among the classes. It explains which class contains information.</a:t>
            </a:r>
            <a:endParaRPr lang="en-IN" sz="12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E903219E-DA6C-D57C-436D-10E11D8BDBE9}"/>
              </a:ext>
            </a:extLst>
          </p:cNvPr>
          <p:cNvPicPr>
            <a:picLocks noChangeAspect="1"/>
          </p:cNvPicPr>
          <p:nvPr/>
        </p:nvPicPr>
        <p:blipFill>
          <a:blip r:embed="rId3"/>
          <a:stretch>
            <a:fillRect/>
          </a:stretch>
        </p:blipFill>
        <p:spPr>
          <a:xfrm>
            <a:off x="2356485" y="1820863"/>
            <a:ext cx="4989195" cy="2669858"/>
          </a:xfrm>
          <a:prstGeom prst="rect">
            <a:avLst/>
          </a:prstGeom>
        </p:spPr>
      </p:pic>
    </p:spTree>
    <p:extLst>
      <p:ext uri="{BB962C8B-B14F-4D97-AF65-F5344CB8AC3E}">
        <p14:creationId xmlns:p14="http://schemas.microsoft.com/office/powerpoint/2010/main" val="360192358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sp>
        <p:nvSpPr>
          <p:cNvPr id="885" name="Google Shape;885;p33"/>
          <p:cNvSpPr txBox="1">
            <a:spLocks noGrp="1"/>
          </p:cNvSpPr>
          <p:nvPr>
            <p:ph type="title"/>
          </p:nvPr>
        </p:nvSpPr>
        <p:spPr>
          <a:xfrm>
            <a:off x="894588" y="359840"/>
            <a:ext cx="3046789" cy="735496"/>
          </a:xfrm>
          <a:prstGeom prst="rect">
            <a:avLst/>
          </a:prstGeom>
        </p:spPr>
        <p:txBody>
          <a:bodyPr spcFirstLastPara="1" wrap="square" lIns="91425" tIns="91425" rIns="91425" bIns="91425" anchor="t" anchorCtr="0">
            <a:noAutofit/>
          </a:bodyPr>
          <a:lstStyle/>
          <a:p>
            <a:pPr algn="ctr">
              <a:lnSpc>
                <a:spcPct val="150000"/>
              </a:lnSpc>
            </a:pPr>
            <a:r>
              <a:rPr lang="en-US" sz="2400" b="1" dirty="0">
                <a:latin typeface="Times New Roman" panose="02020603050405020304" pitchFamily="18" charset="0"/>
                <a:cs typeface="Times New Roman" panose="02020603050405020304" pitchFamily="18" charset="0"/>
              </a:rPr>
              <a:t>UML DIAGRAMS</a:t>
            </a:r>
          </a:p>
        </p:txBody>
      </p:sp>
      <p:sp>
        <p:nvSpPr>
          <p:cNvPr id="886" name="Google Shape;886;p33"/>
          <p:cNvSpPr txBox="1">
            <a:spLocks noGrp="1"/>
          </p:cNvSpPr>
          <p:nvPr>
            <p:ph type="body" idx="1"/>
          </p:nvPr>
        </p:nvSpPr>
        <p:spPr>
          <a:xfrm>
            <a:off x="663357" y="1393051"/>
            <a:ext cx="3278020" cy="2352946"/>
          </a:xfrm>
          <a:prstGeom prst="rect">
            <a:avLst/>
          </a:prstGeom>
        </p:spPr>
        <p:txBody>
          <a:bodyPr spcFirstLastPara="1" wrap="square" lIns="91425" tIns="91425" rIns="91425" bIns="91425" anchor="t" anchorCtr="0">
            <a:noAutofit/>
          </a:bodyPr>
          <a:lstStyle/>
          <a:p>
            <a:pPr marL="146050" lvl="0" indent="0" algn="just">
              <a:buNone/>
            </a:pPr>
            <a:r>
              <a:rPr lang="en-US" sz="1200" dirty="0">
                <a:latin typeface="Times New Roman" panose="02020603050405020304" pitchFamily="18" charset="0"/>
                <a:cs typeface="Times New Roman" panose="02020603050405020304" pitchFamily="18" charset="0"/>
              </a:rPr>
              <a:t>A </a:t>
            </a:r>
            <a:r>
              <a:rPr lang="en-US" sz="1200" b="1" dirty="0">
                <a:latin typeface="Times New Roman" panose="02020603050405020304" pitchFamily="18" charset="0"/>
                <a:cs typeface="Times New Roman" panose="02020603050405020304" pitchFamily="18" charset="0"/>
              </a:rPr>
              <a:t>Sequence Diagram </a:t>
            </a:r>
            <a:r>
              <a:rPr lang="en-US" sz="1200" dirty="0">
                <a:latin typeface="Times New Roman" panose="02020603050405020304" pitchFamily="18" charset="0"/>
                <a:cs typeface="Times New Roman" panose="02020603050405020304" pitchFamily="18" charset="0"/>
              </a:rPr>
              <a:t>in Unified Modeling Language (UML) is a kind of interaction diagram that shows how processes operate with one another and in what order. It is a construct of a Message Sequence Chart. Sequence diagrams are sometimes called event diagrams, event scenarios, and timing diagrams.</a:t>
            </a:r>
            <a:endParaRPr lang="en-IN" sz="12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42CD1678-C78A-A67A-64EF-0F00882408E4}"/>
              </a:ext>
            </a:extLst>
          </p:cNvPr>
          <p:cNvPicPr>
            <a:picLocks noChangeAspect="1"/>
          </p:cNvPicPr>
          <p:nvPr/>
        </p:nvPicPr>
        <p:blipFill>
          <a:blip r:embed="rId3"/>
          <a:stretch>
            <a:fillRect/>
          </a:stretch>
        </p:blipFill>
        <p:spPr>
          <a:xfrm>
            <a:off x="4500880" y="742950"/>
            <a:ext cx="3505200" cy="3657600"/>
          </a:xfrm>
          <a:prstGeom prst="rect">
            <a:avLst/>
          </a:prstGeom>
        </p:spPr>
      </p:pic>
    </p:spTree>
    <p:extLst>
      <p:ext uri="{BB962C8B-B14F-4D97-AF65-F5344CB8AC3E}">
        <p14:creationId xmlns:p14="http://schemas.microsoft.com/office/powerpoint/2010/main" val="35094469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sp>
        <p:nvSpPr>
          <p:cNvPr id="7" name="Google Shape;885;p33"/>
          <p:cNvSpPr txBox="1">
            <a:spLocks noGrp="1"/>
          </p:cNvSpPr>
          <p:nvPr>
            <p:ph type="title"/>
          </p:nvPr>
        </p:nvSpPr>
        <p:spPr>
          <a:xfrm>
            <a:off x="3044893" y="76498"/>
            <a:ext cx="2703834" cy="735496"/>
          </a:xfrm>
          <a:prstGeom prst="rect">
            <a:avLst/>
          </a:prstGeom>
        </p:spPr>
        <p:txBody>
          <a:bodyPr spcFirstLastPara="1" wrap="square" lIns="91425" tIns="91425" rIns="91425" bIns="91425" anchor="t" anchorCtr="0">
            <a:noAutofit/>
          </a:bodyPr>
          <a:lstStyle/>
          <a:p>
            <a:pPr algn="ctr">
              <a:lnSpc>
                <a:spcPct val="150000"/>
              </a:lnSpc>
            </a:pPr>
            <a:r>
              <a:rPr lang="en-US" sz="2400" b="1" dirty="0">
                <a:latin typeface="Times New Roman" panose="02020603050405020304" pitchFamily="18" charset="0"/>
                <a:cs typeface="Times New Roman" panose="02020603050405020304" pitchFamily="18" charset="0"/>
              </a:rPr>
              <a:t>UML DIAGRAMS</a:t>
            </a:r>
          </a:p>
        </p:txBody>
      </p:sp>
      <p:sp>
        <p:nvSpPr>
          <p:cNvPr id="886" name="Google Shape;886;p33"/>
          <p:cNvSpPr txBox="1">
            <a:spLocks noGrp="1"/>
          </p:cNvSpPr>
          <p:nvPr>
            <p:ph type="body" idx="1"/>
          </p:nvPr>
        </p:nvSpPr>
        <p:spPr>
          <a:xfrm>
            <a:off x="547499" y="692338"/>
            <a:ext cx="8053999" cy="1281200"/>
          </a:xfrm>
          <a:prstGeom prst="rect">
            <a:avLst/>
          </a:prstGeom>
        </p:spPr>
        <p:txBody>
          <a:bodyPr spcFirstLastPara="1" wrap="square" lIns="91425" tIns="91425" rIns="91425" bIns="91425" anchor="t" anchorCtr="0">
            <a:noAutofit/>
          </a:bodyPr>
          <a:lstStyle/>
          <a:p>
            <a:pPr marL="146050" indent="0" algn="just">
              <a:lnSpc>
                <a:spcPct val="150000"/>
              </a:lnSpc>
              <a:buNone/>
            </a:pPr>
            <a:r>
              <a:rPr lang="en-US" sz="1200" dirty="0">
                <a:latin typeface="Times New Roman" panose="02020603050405020304" pitchFamily="18" charset="0"/>
                <a:cs typeface="Times New Roman" panose="02020603050405020304" pitchFamily="18" charset="0"/>
              </a:rPr>
              <a:t>In </a:t>
            </a:r>
            <a:r>
              <a:rPr lang="en-US" sz="1200" b="1" dirty="0">
                <a:latin typeface="Times New Roman" panose="02020603050405020304" pitchFamily="18" charset="0"/>
                <a:cs typeface="Times New Roman" panose="02020603050405020304" pitchFamily="18" charset="0"/>
              </a:rPr>
              <a:t>Collaboration Diagram </a:t>
            </a:r>
            <a:r>
              <a:rPr lang="en-US" sz="1200" dirty="0">
                <a:latin typeface="Times New Roman" panose="02020603050405020304" pitchFamily="18" charset="0"/>
                <a:cs typeface="Times New Roman" panose="02020603050405020304" pitchFamily="18" charset="0"/>
              </a:rPr>
              <a:t>the method call sequence is indicated by some numbering technique as shown below. The number indicates how the methods are called one after another. We have taken the same order management system to describe the collaboration diagram. The method calls are similar to that of a sequence diagram. But the difference is that the sequence diagram does not describe the object organization whereas the collaboration diagram shows the object organization.</a:t>
            </a:r>
            <a:endParaRPr lang="en-IN" sz="12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27661587-5456-686B-F87F-F3CC1607A944}"/>
              </a:ext>
            </a:extLst>
          </p:cNvPr>
          <p:cNvPicPr>
            <a:picLocks noChangeAspect="1"/>
          </p:cNvPicPr>
          <p:nvPr/>
        </p:nvPicPr>
        <p:blipFill>
          <a:blip r:embed="rId3"/>
          <a:stretch>
            <a:fillRect/>
          </a:stretch>
        </p:blipFill>
        <p:spPr>
          <a:xfrm>
            <a:off x="2120582" y="2182855"/>
            <a:ext cx="4902835" cy="1974215"/>
          </a:xfrm>
          <a:prstGeom prst="rect">
            <a:avLst/>
          </a:prstGeom>
        </p:spPr>
      </p:pic>
    </p:spTree>
    <p:extLst>
      <p:ext uri="{BB962C8B-B14F-4D97-AF65-F5344CB8AC3E}">
        <p14:creationId xmlns:p14="http://schemas.microsoft.com/office/powerpoint/2010/main" val="416318688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sp>
        <p:nvSpPr>
          <p:cNvPr id="885" name="Google Shape;885;p33"/>
          <p:cNvSpPr txBox="1">
            <a:spLocks noGrp="1"/>
          </p:cNvSpPr>
          <p:nvPr>
            <p:ph type="title"/>
          </p:nvPr>
        </p:nvSpPr>
        <p:spPr>
          <a:xfrm>
            <a:off x="2774248" y="306399"/>
            <a:ext cx="3046789" cy="735496"/>
          </a:xfrm>
          <a:prstGeom prst="rect">
            <a:avLst/>
          </a:prstGeom>
        </p:spPr>
        <p:txBody>
          <a:bodyPr spcFirstLastPara="1" wrap="square" lIns="91425" tIns="91425" rIns="91425" bIns="91425" anchor="t" anchorCtr="0">
            <a:noAutofit/>
          </a:bodyPr>
          <a:lstStyle/>
          <a:p>
            <a:pPr algn="ctr">
              <a:lnSpc>
                <a:spcPct val="150000"/>
              </a:lnSpc>
            </a:pPr>
            <a:r>
              <a:rPr lang="en-US" sz="2400" b="1" dirty="0">
                <a:latin typeface="Times New Roman" panose="02020603050405020304" pitchFamily="18" charset="0"/>
                <a:cs typeface="Times New Roman" panose="02020603050405020304" pitchFamily="18" charset="0"/>
              </a:rPr>
              <a:t>UML DIAGRAMS</a:t>
            </a:r>
          </a:p>
        </p:txBody>
      </p:sp>
      <p:sp>
        <p:nvSpPr>
          <p:cNvPr id="886" name="Google Shape;886;p33"/>
          <p:cNvSpPr txBox="1">
            <a:spLocks noGrp="1"/>
          </p:cNvSpPr>
          <p:nvPr>
            <p:ph type="body" idx="1"/>
          </p:nvPr>
        </p:nvSpPr>
        <p:spPr>
          <a:xfrm>
            <a:off x="699447" y="950516"/>
            <a:ext cx="7851227" cy="1165278"/>
          </a:xfrm>
          <a:prstGeom prst="rect">
            <a:avLst/>
          </a:prstGeom>
        </p:spPr>
        <p:txBody>
          <a:bodyPr spcFirstLastPara="1" wrap="square" lIns="91425" tIns="91425" rIns="91425" bIns="91425" anchor="t" anchorCtr="0">
            <a:noAutofit/>
          </a:bodyPr>
          <a:lstStyle/>
          <a:p>
            <a:pPr marL="146050" lvl="0" indent="0">
              <a:lnSpc>
                <a:spcPct val="150000"/>
              </a:lnSpc>
              <a:buNone/>
            </a:pPr>
            <a:r>
              <a:rPr lang="en-US" sz="1200" dirty="0">
                <a:latin typeface="Times New Roman" panose="02020603050405020304" pitchFamily="18" charset="0"/>
                <a:cs typeface="Times New Roman" panose="02020603050405020304" pitchFamily="18" charset="0"/>
              </a:rPr>
              <a:t>A </a:t>
            </a:r>
            <a:r>
              <a:rPr lang="en-US" sz="1200" b="1" dirty="0">
                <a:latin typeface="Times New Roman" panose="02020603050405020304" pitchFamily="18" charset="0"/>
                <a:cs typeface="Times New Roman" panose="02020603050405020304" pitchFamily="18" charset="0"/>
              </a:rPr>
              <a:t>Deployment Diagram </a:t>
            </a:r>
            <a:r>
              <a:rPr lang="en-US" sz="1200" dirty="0">
                <a:latin typeface="Times New Roman" panose="02020603050405020304" pitchFamily="18" charset="0"/>
                <a:cs typeface="Times New Roman" panose="02020603050405020304" pitchFamily="18" charset="0"/>
              </a:rPr>
              <a:t>represents the deployment view of a system. It is related to the component diagram. Because the components are deployed using the deployment diagrams. A deployment diagram consists of nodes. Nodes are nothing but physical hardware’s used to deploy the application.</a:t>
            </a:r>
            <a:endParaRPr lang="en-IN" sz="12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058391CF-A8FF-BFFB-DD88-26AD0DCF96CB}"/>
              </a:ext>
            </a:extLst>
          </p:cNvPr>
          <p:cNvPicPr>
            <a:picLocks noChangeAspect="1"/>
          </p:cNvPicPr>
          <p:nvPr/>
        </p:nvPicPr>
        <p:blipFill>
          <a:blip r:embed="rId3"/>
          <a:stretch>
            <a:fillRect/>
          </a:stretch>
        </p:blipFill>
        <p:spPr>
          <a:xfrm>
            <a:off x="1933930" y="2097484"/>
            <a:ext cx="5382260" cy="2095500"/>
          </a:xfrm>
          <a:prstGeom prst="rect">
            <a:avLst/>
          </a:prstGeom>
        </p:spPr>
      </p:pic>
    </p:spTree>
    <p:extLst>
      <p:ext uri="{BB962C8B-B14F-4D97-AF65-F5344CB8AC3E}">
        <p14:creationId xmlns:p14="http://schemas.microsoft.com/office/powerpoint/2010/main" val="46231956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sp>
        <p:nvSpPr>
          <p:cNvPr id="885" name="Google Shape;885;p33"/>
          <p:cNvSpPr txBox="1">
            <a:spLocks noGrp="1"/>
          </p:cNvSpPr>
          <p:nvPr>
            <p:ph type="title"/>
          </p:nvPr>
        </p:nvSpPr>
        <p:spPr>
          <a:xfrm>
            <a:off x="1132260" y="303510"/>
            <a:ext cx="3046789" cy="735496"/>
          </a:xfrm>
          <a:prstGeom prst="rect">
            <a:avLst/>
          </a:prstGeom>
        </p:spPr>
        <p:txBody>
          <a:bodyPr spcFirstLastPara="1" wrap="square" lIns="91425" tIns="91425" rIns="91425" bIns="91425" anchor="t" anchorCtr="0">
            <a:noAutofit/>
          </a:bodyPr>
          <a:lstStyle/>
          <a:p>
            <a:pPr algn="ctr">
              <a:lnSpc>
                <a:spcPct val="150000"/>
              </a:lnSpc>
            </a:pPr>
            <a:r>
              <a:rPr lang="en-US" sz="2400" b="1" dirty="0">
                <a:latin typeface="Times New Roman" panose="02020603050405020304" pitchFamily="18" charset="0"/>
                <a:cs typeface="Times New Roman" panose="02020603050405020304" pitchFamily="18" charset="0"/>
              </a:rPr>
              <a:t>UML DIAGRAMS</a:t>
            </a:r>
          </a:p>
        </p:txBody>
      </p:sp>
      <p:sp>
        <p:nvSpPr>
          <p:cNvPr id="886" name="Google Shape;886;p33"/>
          <p:cNvSpPr txBox="1">
            <a:spLocks noGrp="1"/>
          </p:cNvSpPr>
          <p:nvPr>
            <p:ph type="body" idx="1"/>
          </p:nvPr>
        </p:nvSpPr>
        <p:spPr>
          <a:xfrm>
            <a:off x="901029" y="1248711"/>
            <a:ext cx="3278020" cy="2352946"/>
          </a:xfrm>
          <a:prstGeom prst="rect">
            <a:avLst/>
          </a:prstGeom>
        </p:spPr>
        <p:txBody>
          <a:bodyPr spcFirstLastPara="1" wrap="square" lIns="91425" tIns="91425" rIns="91425" bIns="91425" anchor="t" anchorCtr="0">
            <a:noAutofit/>
          </a:bodyPr>
          <a:lstStyle/>
          <a:p>
            <a:pPr marL="146050" lvl="0" indent="0" algn="just">
              <a:buNone/>
            </a:pPr>
            <a:r>
              <a:rPr lang="en-US" sz="1200" b="1" dirty="0">
                <a:latin typeface="Times New Roman" panose="02020603050405020304" pitchFamily="18" charset="0"/>
                <a:cs typeface="Times New Roman" panose="02020603050405020304" pitchFamily="18" charset="0"/>
              </a:rPr>
              <a:t>Activity Diagrams </a:t>
            </a:r>
            <a:r>
              <a:rPr lang="en-US" sz="1200" dirty="0">
                <a:latin typeface="Times New Roman" panose="02020603050405020304" pitchFamily="18" charset="0"/>
                <a:cs typeface="Times New Roman" panose="02020603050405020304" pitchFamily="18" charset="0"/>
              </a:rPr>
              <a:t>are graphical representations of workflows of stepwise activities and actions with support for choice, iteration and concurrency. In the Unified Modelling Language, activity diagrams can be used to describe the business and operational step-by-step workflows of components in a system. An activity diagram shows the overall flow of control.</a:t>
            </a:r>
            <a:endParaRPr lang="en-IN" sz="12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49F7A532-41F1-24E9-8612-6D02AC509593}"/>
              </a:ext>
            </a:extLst>
          </p:cNvPr>
          <p:cNvPicPr>
            <a:picLocks noChangeAspect="1"/>
          </p:cNvPicPr>
          <p:nvPr/>
        </p:nvPicPr>
        <p:blipFill>
          <a:blip r:embed="rId3"/>
          <a:stretch>
            <a:fillRect/>
          </a:stretch>
        </p:blipFill>
        <p:spPr>
          <a:xfrm>
            <a:off x="4665980" y="671258"/>
            <a:ext cx="3733800" cy="3778822"/>
          </a:xfrm>
          <a:prstGeom prst="rect">
            <a:avLst/>
          </a:prstGeom>
        </p:spPr>
      </p:pic>
    </p:spTree>
    <p:extLst>
      <p:ext uri="{BB962C8B-B14F-4D97-AF65-F5344CB8AC3E}">
        <p14:creationId xmlns:p14="http://schemas.microsoft.com/office/powerpoint/2010/main" val="9332589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sp>
        <p:nvSpPr>
          <p:cNvPr id="885" name="Google Shape;885;p33"/>
          <p:cNvSpPr txBox="1">
            <a:spLocks noGrp="1"/>
          </p:cNvSpPr>
          <p:nvPr>
            <p:ph type="title"/>
          </p:nvPr>
        </p:nvSpPr>
        <p:spPr>
          <a:xfrm>
            <a:off x="2774248" y="306399"/>
            <a:ext cx="3046789" cy="735496"/>
          </a:xfrm>
          <a:prstGeom prst="rect">
            <a:avLst/>
          </a:prstGeom>
        </p:spPr>
        <p:txBody>
          <a:bodyPr spcFirstLastPara="1" wrap="square" lIns="91425" tIns="91425" rIns="91425" bIns="91425" anchor="t" anchorCtr="0">
            <a:noAutofit/>
          </a:bodyPr>
          <a:lstStyle/>
          <a:p>
            <a:pPr algn="ctr">
              <a:lnSpc>
                <a:spcPct val="150000"/>
              </a:lnSpc>
            </a:pPr>
            <a:r>
              <a:rPr lang="en-US" sz="2400" b="1" dirty="0">
                <a:latin typeface="Times New Roman" panose="02020603050405020304" pitchFamily="18" charset="0"/>
                <a:cs typeface="Times New Roman" panose="02020603050405020304" pitchFamily="18" charset="0"/>
              </a:rPr>
              <a:t>UML DIAGRAMS</a:t>
            </a:r>
          </a:p>
        </p:txBody>
      </p:sp>
      <p:sp>
        <p:nvSpPr>
          <p:cNvPr id="886" name="Google Shape;886;p33"/>
          <p:cNvSpPr txBox="1">
            <a:spLocks noGrp="1"/>
          </p:cNvSpPr>
          <p:nvPr>
            <p:ph type="body" idx="1"/>
          </p:nvPr>
        </p:nvSpPr>
        <p:spPr>
          <a:xfrm>
            <a:off x="699447" y="950516"/>
            <a:ext cx="7851227" cy="1165278"/>
          </a:xfrm>
          <a:prstGeom prst="rect">
            <a:avLst/>
          </a:prstGeom>
        </p:spPr>
        <p:txBody>
          <a:bodyPr spcFirstLastPara="1" wrap="square" lIns="91425" tIns="91425" rIns="91425" bIns="91425" anchor="t" anchorCtr="0">
            <a:noAutofit/>
          </a:bodyPr>
          <a:lstStyle/>
          <a:p>
            <a:pPr marL="146050" lvl="0" indent="0">
              <a:lnSpc>
                <a:spcPct val="150000"/>
              </a:lnSpc>
              <a:buNone/>
            </a:pPr>
            <a:r>
              <a:rPr lang="en-US" sz="1200" dirty="0">
                <a:latin typeface="Times New Roman" panose="02020603050405020304" pitchFamily="18" charset="0"/>
                <a:cs typeface="Times New Roman" panose="02020603050405020304" pitchFamily="18" charset="0"/>
              </a:rPr>
              <a:t>A </a:t>
            </a:r>
            <a:r>
              <a:rPr lang="en-US" sz="1400" b="1" dirty="0">
                <a:latin typeface="Times New Roman" panose="02020603050405020304" pitchFamily="18" charset="0"/>
                <a:cs typeface="Times New Roman" panose="02020603050405020304" pitchFamily="18" charset="0"/>
              </a:rPr>
              <a:t>Component diagram</a:t>
            </a:r>
            <a:r>
              <a:rPr lang="en-US" sz="1200" dirty="0">
                <a:latin typeface="Times New Roman" panose="02020603050405020304" pitchFamily="18" charset="0"/>
                <a:cs typeface="Times New Roman" panose="02020603050405020304" pitchFamily="18" charset="0"/>
              </a:rPr>
              <a:t>, also known as a UML component diagram, describes the organization and wiring of the physical components in a system. Component diagrams are often drawn to help model implementation details and double-check that every aspect of the system's required function is covered by planned development.</a:t>
            </a:r>
            <a:endParaRPr lang="en-IN" sz="12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BF784DD3-9708-AB42-65F4-6C34AAB84EC6}"/>
              </a:ext>
            </a:extLst>
          </p:cNvPr>
          <p:cNvPicPr>
            <a:picLocks noChangeAspect="1"/>
          </p:cNvPicPr>
          <p:nvPr/>
        </p:nvPicPr>
        <p:blipFill>
          <a:blip r:embed="rId3"/>
          <a:stretch>
            <a:fillRect/>
          </a:stretch>
        </p:blipFill>
        <p:spPr>
          <a:xfrm>
            <a:off x="2519362" y="2344129"/>
            <a:ext cx="4105275" cy="1367155"/>
          </a:xfrm>
          <a:prstGeom prst="rect">
            <a:avLst/>
          </a:prstGeom>
        </p:spPr>
      </p:pic>
    </p:spTree>
    <p:extLst>
      <p:ext uri="{BB962C8B-B14F-4D97-AF65-F5344CB8AC3E}">
        <p14:creationId xmlns:p14="http://schemas.microsoft.com/office/powerpoint/2010/main" val="27022016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sp>
        <p:nvSpPr>
          <p:cNvPr id="885" name="Google Shape;885;p33"/>
          <p:cNvSpPr txBox="1">
            <a:spLocks noGrp="1"/>
          </p:cNvSpPr>
          <p:nvPr>
            <p:ph type="title"/>
          </p:nvPr>
        </p:nvSpPr>
        <p:spPr>
          <a:xfrm>
            <a:off x="2931564" y="264181"/>
            <a:ext cx="3046789" cy="735496"/>
          </a:xfrm>
          <a:prstGeom prst="rect">
            <a:avLst/>
          </a:prstGeom>
        </p:spPr>
        <p:txBody>
          <a:bodyPr spcFirstLastPara="1" wrap="square" lIns="91425" tIns="91425" rIns="91425" bIns="91425" anchor="t" anchorCtr="0">
            <a:noAutofit/>
          </a:bodyPr>
          <a:lstStyle/>
          <a:p>
            <a:pPr algn="ctr">
              <a:lnSpc>
                <a:spcPct val="150000"/>
              </a:lnSpc>
            </a:pPr>
            <a:r>
              <a:rPr lang="en-US" sz="2400" b="1" dirty="0">
                <a:latin typeface="Times New Roman" panose="02020603050405020304" pitchFamily="18" charset="0"/>
                <a:cs typeface="Times New Roman" panose="02020603050405020304" pitchFamily="18" charset="0"/>
              </a:rPr>
              <a:t>UML DIAGRAMS</a:t>
            </a:r>
          </a:p>
        </p:txBody>
      </p:sp>
      <p:sp>
        <p:nvSpPr>
          <p:cNvPr id="886" name="Google Shape;886;p33"/>
          <p:cNvSpPr txBox="1">
            <a:spLocks noGrp="1"/>
          </p:cNvSpPr>
          <p:nvPr>
            <p:ph type="body" idx="1"/>
          </p:nvPr>
        </p:nvSpPr>
        <p:spPr>
          <a:xfrm>
            <a:off x="630621" y="1235651"/>
            <a:ext cx="7851227" cy="1165278"/>
          </a:xfrm>
          <a:prstGeom prst="rect">
            <a:avLst/>
          </a:prstGeom>
        </p:spPr>
        <p:txBody>
          <a:bodyPr spcFirstLastPara="1" wrap="square" lIns="91425" tIns="91425" rIns="91425" bIns="91425" anchor="t" anchorCtr="0">
            <a:noAutofit/>
          </a:bodyPr>
          <a:lstStyle/>
          <a:p>
            <a:pPr marL="146050" lvl="0" indent="0">
              <a:buNone/>
            </a:pPr>
            <a:r>
              <a:rPr lang="en-US" sz="1400" dirty="0">
                <a:latin typeface="Times New Roman" panose="02020603050405020304" pitchFamily="18" charset="0"/>
                <a:cs typeface="Times New Roman" panose="02020603050405020304" pitchFamily="18" charset="0"/>
              </a:rPr>
              <a:t>An </a:t>
            </a:r>
            <a:r>
              <a:rPr lang="en-US" sz="1600" b="1" dirty="0">
                <a:latin typeface="Times New Roman" panose="02020603050405020304" pitchFamily="18" charset="0"/>
                <a:cs typeface="Times New Roman" panose="02020603050405020304" pitchFamily="18" charset="0"/>
              </a:rPr>
              <a:t>Entity–relationship model</a:t>
            </a:r>
            <a:r>
              <a:rPr lang="en-US" sz="1400" b="1"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(ER model) describes the structure of a database with the help of a diagram, which is known as Entity Relationship Diagram (ER Diagram). An ER model is a design or blueprint of a database that can later be implemented as a database. The main components of E-R model are: entity set and relationship set.</a:t>
            </a:r>
          </a:p>
          <a:p>
            <a:pPr marL="146050" lvl="0" indent="0">
              <a:buNone/>
            </a:pPr>
            <a:endParaRPr lang="en-US" sz="1400" dirty="0">
              <a:latin typeface="Times New Roman" panose="02020603050405020304" pitchFamily="18" charset="0"/>
              <a:cs typeface="Times New Roman" panose="02020603050405020304" pitchFamily="18" charset="0"/>
            </a:endParaRPr>
          </a:p>
          <a:p>
            <a:pPr marL="146050" lvl="0" indent="0">
              <a:buNone/>
            </a:pPr>
            <a:r>
              <a:rPr lang="en-US" sz="1400" dirty="0">
                <a:latin typeface="Times New Roman" panose="02020603050405020304" pitchFamily="18" charset="0"/>
                <a:cs typeface="Times New Roman" panose="02020603050405020304" pitchFamily="18" charset="0"/>
              </a:rPr>
              <a:t>An ER diagram shows the relationship among entity sets. An entity set is a group of similar entities and these entities can have attributes. In terms of DBMS, an entity is a table or attribute of a table in database, so by showing relationship among tables and their attributes, ER diagram shows the complete logical structure of a database. Let’s have a look at a simple ER diagram to understand this concept.</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3067668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sp>
        <p:nvSpPr>
          <p:cNvPr id="885" name="Google Shape;885;p33"/>
          <p:cNvSpPr txBox="1">
            <a:spLocks noGrp="1"/>
          </p:cNvSpPr>
          <p:nvPr>
            <p:ph type="title"/>
          </p:nvPr>
        </p:nvSpPr>
        <p:spPr>
          <a:xfrm>
            <a:off x="463667" y="500155"/>
            <a:ext cx="3046789" cy="735496"/>
          </a:xfrm>
          <a:prstGeom prst="rect">
            <a:avLst/>
          </a:prstGeom>
        </p:spPr>
        <p:txBody>
          <a:bodyPr spcFirstLastPara="1" wrap="square" lIns="91425" tIns="91425" rIns="91425" bIns="91425" anchor="t" anchorCtr="0">
            <a:noAutofit/>
          </a:bodyPr>
          <a:lstStyle/>
          <a:p>
            <a:pPr algn="ctr">
              <a:lnSpc>
                <a:spcPct val="150000"/>
              </a:lnSpc>
            </a:pPr>
            <a:r>
              <a:rPr lang="en-US" sz="2400" b="1" dirty="0">
                <a:latin typeface="Times New Roman" panose="02020603050405020304" pitchFamily="18" charset="0"/>
                <a:cs typeface="Times New Roman" panose="02020603050405020304" pitchFamily="18" charset="0"/>
              </a:rPr>
              <a:t>UML DIAGRAMS</a:t>
            </a:r>
          </a:p>
        </p:txBody>
      </p:sp>
      <p:pic>
        <p:nvPicPr>
          <p:cNvPr id="3" name="Picture 2">
            <a:extLst>
              <a:ext uri="{FF2B5EF4-FFF2-40B4-BE49-F238E27FC236}">
                <a16:creationId xmlns:a16="http://schemas.microsoft.com/office/drawing/2014/main" id="{C9965871-5736-2EC1-A453-51AF5B5ED69C}"/>
              </a:ext>
            </a:extLst>
          </p:cNvPr>
          <p:cNvPicPr>
            <a:picLocks noChangeAspect="1"/>
          </p:cNvPicPr>
          <p:nvPr/>
        </p:nvPicPr>
        <p:blipFill>
          <a:blip r:embed="rId3"/>
          <a:stretch>
            <a:fillRect/>
          </a:stretch>
        </p:blipFill>
        <p:spPr>
          <a:xfrm>
            <a:off x="1797685" y="1235651"/>
            <a:ext cx="5731510" cy="2941320"/>
          </a:xfrm>
          <a:prstGeom prst="rect">
            <a:avLst/>
          </a:prstGeom>
        </p:spPr>
      </p:pic>
    </p:spTree>
    <p:extLst>
      <p:ext uri="{BB962C8B-B14F-4D97-AF65-F5344CB8AC3E}">
        <p14:creationId xmlns:p14="http://schemas.microsoft.com/office/powerpoint/2010/main" val="406700092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sp>
        <p:nvSpPr>
          <p:cNvPr id="885" name="Google Shape;885;p33"/>
          <p:cNvSpPr txBox="1">
            <a:spLocks noGrp="1"/>
          </p:cNvSpPr>
          <p:nvPr>
            <p:ph type="title"/>
          </p:nvPr>
        </p:nvSpPr>
        <p:spPr>
          <a:xfrm>
            <a:off x="3157706" y="185523"/>
            <a:ext cx="3046789" cy="735496"/>
          </a:xfrm>
          <a:prstGeom prst="rect">
            <a:avLst/>
          </a:prstGeom>
        </p:spPr>
        <p:txBody>
          <a:bodyPr spcFirstLastPara="1" wrap="square" lIns="91425" tIns="91425" rIns="91425" bIns="91425" anchor="t" anchorCtr="0">
            <a:noAutofit/>
          </a:bodyPr>
          <a:lstStyle/>
          <a:p>
            <a:pPr algn="ctr">
              <a:lnSpc>
                <a:spcPct val="150000"/>
              </a:lnSpc>
            </a:pPr>
            <a:r>
              <a:rPr lang="en-US" sz="2400" b="1" dirty="0">
                <a:latin typeface="Times New Roman" panose="02020603050405020304" pitchFamily="18" charset="0"/>
                <a:cs typeface="Times New Roman" panose="02020603050405020304" pitchFamily="18" charset="0"/>
              </a:rPr>
              <a:t>DFD DIAGRAMS</a:t>
            </a:r>
          </a:p>
        </p:txBody>
      </p:sp>
      <p:sp>
        <p:nvSpPr>
          <p:cNvPr id="5" name="Google Shape;885;p33"/>
          <p:cNvSpPr txBox="1">
            <a:spLocks/>
          </p:cNvSpPr>
          <p:nvPr/>
        </p:nvSpPr>
        <p:spPr>
          <a:xfrm>
            <a:off x="2799169" y="4222480"/>
            <a:ext cx="3405326" cy="7354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15000"/>
              </a:lnSpc>
              <a:spcBef>
                <a:spcPts val="0"/>
              </a:spcBef>
              <a:spcAft>
                <a:spcPts val="0"/>
              </a:spcAft>
              <a:buClr>
                <a:schemeClr val="dk1"/>
              </a:buClr>
              <a:buSzPts val="3300"/>
              <a:buFont typeface="Poppins Black" panose="00000800000000000000"/>
              <a:buNone/>
              <a:defRPr sz="33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marR="0" lvl="1" algn="ctr" rtl="0">
              <a:lnSpc>
                <a:spcPct val="115000"/>
              </a:lnSpc>
              <a:spcBef>
                <a:spcPts val="0"/>
              </a:spcBef>
              <a:spcAft>
                <a:spcPts val="0"/>
              </a:spcAft>
              <a:buClr>
                <a:schemeClr val="dk1"/>
              </a:buClr>
              <a:buSzPts val="3300"/>
              <a:buFont typeface="Poppins Black" panose="00000800000000000000"/>
              <a:buNone/>
              <a:defRPr sz="33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marR="0" lvl="2" algn="ctr" rtl="0">
              <a:lnSpc>
                <a:spcPct val="115000"/>
              </a:lnSpc>
              <a:spcBef>
                <a:spcPts val="0"/>
              </a:spcBef>
              <a:spcAft>
                <a:spcPts val="0"/>
              </a:spcAft>
              <a:buClr>
                <a:schemeClr val="dk1"/>
              </a:buClr>
              <a:buSzPts val="3300"/>
              <a:buFont typeface="Poppins Black" panose="00000800000000000000"/>
              <a:buNone/>
              <a:defRPr sz="33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marR="0" lvl="3" algn="ctr" rtl="0">
              <a:lnSpc>
                <a:spcPct val="115000"/>
              </a:lnSpc>
              <a:spcBef>
                <a:spcPts val="0"/>
              </a:spcBef>
              <a:spcAft>
                <a:spcPts val="0"/>
              </a:spcAft>
              <a:buClr>
                <a:schemeClr val="dk1"/>
              </a:buClr>
              <a:buSzPts val="3300"/>
              <a:buFont typeface="Poppins Black" panose="00000800000000000000"/>
              <a:buNone/>
              <a:defRPr sz="33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marR="0" lvl="4" algn="ctr" rtl="0">
              <a:lnSpc>
                <a:spcPct val="115000"/>
              </a:lnSpc>
              <a:spcBef>
                <a:spcPts val="0"/>
              </a:spcBef>
              <a:spcAft>
                <a:spcPts val="0"/>
              </a:spcAft>
              <a:buClr>
                <a:schemeClr val="dk1"/>
              </a:buClr>
              <a:buSzPts val="3300"/>
              <a:buFont typeface="Poppins Black" panose="00000800000000000000"/>
              <a:buNone/>
              <a:defRPr sz="33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marR="0" lvl="5" algn="ctr" rtl="0">
              <a:lnSpc>
                <a:spcPct val="115000"/>
              </a:lnSpc>
              <a:spcBef>
                <a:spcPts val="0"/>
              </a:spcBef>
              <a:spcAft>
                <a:spcPts val="0"/>
              </a:spcAft>
              <a:buClr>
                <a:schemeClr val="dk1"/>
              </a:buClr>
              <a:buSzPts val="3300"/>
              <a:buFont typeface="Poppins Black" panose="00000800000000000000"/>
              <a:buNone/>
              <a:defRPr sz="33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marR="0" lvl="6" algn="ctr" rtl="0">
              <a:lnSpc>
                <a:spcPct val="115000"/>
              </a:lnSpc>
              <a:spcBef>
                <a:spcPts val="0"/>
              </a:spcBef>
              <a:spcAft>
                <a:spcPts val="0"/>
              </a:spcAft>
              <a:buClr>
                <a:schemeClr val="dk1"/>
              </a:buClr>
              <a:buSzPts val="3300"/>
              <a:buFont typeface="Poppins Black" panose="00000800000000000000"/>
              <a:buNone/>
              <a:defRPr sz="33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marR="0" lvl="7" algn="ctr" rtl="0">
              <a:lnSpc>
                <a:spcPct val="115000"/>
              </a:lnSpc>
              <a:spcBef>
                <a:spcPts val="0"/>
              </a:spcBef>
              <a:spcAft>
                <a:spcPts val="0"/>
              </a:spcAft>
              <a:buClr>
                <a:schemeClr val="dk1"/>
              </a:buClr>
              <a:buSzPts val="3300"/>
              <a:buFont typeface="Poppins Black" panose="00000800000000000000"/>
              <a:buNone/>
              <a:defRPr sz="33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marR="0" lvl="8" algn="ctr" rtl="0">
              <a:lnSpc>
                <a:spcPct val="115000"/>
              </a:lnSpc>
              <a:spcBef>
                <a:spcPts val="0"/>
              </a:spcBef>
              <a:spcAft>
                <a:spcPts val="0"/>
              </a:spcAft>
              <a:buClr>
                <a:schemeClr val="dk1"/>
              </a:buClr>
              <a:buSzPts val="3300"/>
              <a:buFont typeface="Poppins Black" panose="00000800000000000000"/>
              <a:buNone/>
              <a:defRPr sz="33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pPr algn="ctr">
              <a:lnSpc>
                <a:spcPct val="150000"/>
              </a:lnSpc>
            </a:pPr>
            <a:r>
              <a:rPr lang="en-US" sz="1400" b="1" dirty="0">
                <a:latin typeface="Times New Roman" panose="02020603050405020304" pitchFamily="18" charset="0"/>
                <a:cs typeface="Times New Roman" panose="02020603050405020304" pitchFamily="18" charset="0"/>
              </a:rPr>
              <a:t>Level 1 Diagram</a:t>
            </a:r>
          </a:p>
        </p:txBody>
      </p:sp>
      <p:pic>
        <p:nvPicPr>
          <p:cNvPr id="3" name="Picture 2">
            <a:extLst>
              <a:ext uri="{FF2B5EF4-FFF2-40B4-BE49-F238E27FC236}">
                <a16:creationId xmlns:a16="http://schemas.microsoft.com/office/drawing/2014/main" id="{9FF736E1-C4DF-D508-87F6-1E2B1E73F551}"/>
              </a:ext>
            </a:extLst>
          </p:cNvPr>
          <p:cNvPicPr>
            <a:picLocks noChangeAspect="1"/>
          </p:cNvPicPr>
          <p:nvPr/>
        </p:nvPicPr>
        <p:blipFill>
          <a:blip r:embed="rId3"/>
          <a:stretch>
            <a:fillRect/>
          </a:stretch>
        </p:blipFill>
        <p:spPr>
          <a:xfrm>
            <a:off x="1706245" y="958373"/>
            <a:ext cx="5731510" cy="3226753"/>
          </a:xfrm>
          <a:prstGeom prst="rect">
            <a:avLst/>
          </a:prstGeom>
        </p:spPr>
      </p:pic>
    </p:spTree>
    <p:extLst>
      <p:ext uri="{BB962C8B-B14F-4D97-AF65-F5344CB8AC3E}">
        <p14:creationId xmlns:p14="http://schemas.microsoft.com/office/powerpoint/2010/main" val="383750497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sp>
        <p:nvSpPr>
          <p:cNvPr id="885" name="Google Shape;885;p33"/>
          <p:cNvSpPr txBox="1">
            <a:spLocks noGrp="1"/>
          </p:cNvSpPr>
          <p:nvPr>
            <p:ph type="title"/>
          </p:nvPr>
        </p:nvSpPr>
        <p:spPr>
          <a:xfrm>
            <a:off x="3157706" y="185523"/>
            <a:ext cx="3046789" cy="735496"/>
          </a:xfrm>
          <a:prstGeom prst="rect">
            <a:avLst/>
          </a:prstGeom>
        </p:spPr>
        <p:txBody>
          <a:bodyPr spcFirstLastPara="1" wrap="square" lIns="91425" tIns="91425" rIns="91425" bIns="91425" anchor="t" anchorCtr="0">
            <a:noAutofit/>
          </a:bodyPr>
          <a:lstStyle/>
          <a:p>
            <a:pPr algn="ctr">
              <a:lnSpc>
                <a:spcPct val="150000"/>
              </a:lnSpc>
            </a:pPr>
            <a:r>
              <a:rPr lang="en-US" sz="2400" b="1" dirty="0">
                <a:latin typeface="Times New Roman" panose="02020603050405020304" pitchFamily="18" charset="0"/>
                <a:cs typeface="Times New Roman" panose="02020603050405020304" pitchFamily="18" charset="0"/>
              </a:rPr>
              <a:t>DFD DIAGRAMS</a:t>
            </a:r>
          </a:p>
        </p:txBody>
      </p:sp>
      <p:sp>
        <p:nvSpPr>
          <p:cNvPr id="5" name="Google Shape;885;p33"/>
          <p:cNvSpPr txBox="1">
            <a:spLocks/>
          </p:cNvSpPr>
          <p:nvPr/>
        </p:nvSpPr>
        <p:spPr>
          <a:xfrm>
            <a:off x="2641513" y="4222480"/>
            <a:ext cx="3405326" cy="7354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15000"/>
              </a:lnSpc>
              <a:spcBef>
                <a:spcPts val="0"/>
              </a:spcBef>
              <a:spcAft>
                <a:spcPts val="0"/>
              </a:spcAft>
              <a:buClr>
                <a:schemeClr val="dk1"/>
              </a:buClr>
              <a:buSzPts val="3300"/>
              <a:buFont typeface="Poppins Black" panose="00000800000000000000"/>
              <a:buNone/>
              <a:defRPr sz="33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1pPr>
            <a:lvl2pPr marR="0" lvl="1" algn="ctr" rtl="0">
              <a:lnSpc>
                <a:spcPct val="115000"/>
              </a:lnSpc>
              <a:spcBef>
                <a:spcPts val="0"/>
              </a:spcBef>
              <a:spcAft>
                <a:spcPts val="0"/>
              </a:spcAft>
              <a:buClr>
                <a:schemeClr val="dk1"/>
              </a:buClr>
              <a:buSzPts val="3300"/>
              <a:buFont typeface="Poppins Black" panose="00000800000000000000"/>
              <a:buNone/>
              <a:defRPr sz="33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2pPr>
            <a:lvl3pPr marR="0" lvl="2" algn="ctr" rtl="0">
              <a:lnSpc>
                <a:spcPct val="115000"/>
              </a:lnSpc>
              <a:spcBef>
                <a:spcPts val="0"/>
              </a:spcBef>
              <a:spcAft>
                <a:spcPts val="0"/>
              </a:spcAft>
              <a:buClr>
                <a:schemeClr val="dk1"/>
              </a:buClr>
              <a:buSzPts val="3300"/>
              <a:buFont typeface="Poppins Black" panose="00000800000000000000"/>
              <a:buNone/>
              <a:defRPr sz="33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3pPr>
            <a:lvl4pPr marR="0" lvl="3" algn="ctr" rtl="0">
              <a:lnSpc>
                <a:spcPct val="115000"/>
              </a:lnSpc>
              <a:spcBef>
                <a:spcPts val="0"/>
              </a:spcBef>
              <a:spcAft>
                <a:spcPts val="0"/>
              </a:spcAft>
              <a:buClr>
                <a:schemeClr val="dk1"/>
              </a:buClr>
              <a:buSzPts val="3300"/>
              <a:buFont typeface="Poppins Black" panose="00000800000000000000"/>
              <a:buNone/>
              <a:defRPr sz="33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4pPr>
            <a:lvl5pPr marR="0" lvl="4" algn="ctr" rtl="0">
              <a:lnSpc>
                <a:spcPct val="115000"/>
              </a:lnSpc>
              <a:spcBef>
                <a:spcPts val="0"/>
              </a:spcBef>
              <a:spcAft>
                <a:spcPts val="0"/>
              </a:spcAft>
              <a:buClr>
                <a:schemeClr val="dk1"/>
              </a:buClr>
              <a:buSzPts val="3300"/>
              <a:buFont typeface="Poppins Black" panose="00000800000000000000"/>
              <a:buNone/>
              <a:defRPr sz="33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5pPr>
            <a:lvl6pPr marR="0" lvl="5" algn="ctr" rtl="0">
              <a:lnSpc>
                <a:spcPct val="115000"/>
              </a:lnSpc>
              <a:spcBef>
                <a:spcPts val="0"/>
              </a:spcBef>
              <a:spcAft>
                <a:spcPts val="0"/>
              </a:spcAft>
              <a:buClr>
                <a:schemeClr val="dk1"/>
              </a:buClr>
              <a:buSzPts val="3300"/>
              <a:buFont typeface="Poppins Black" panose="00000800000000000000"/>
              <a:buNone/>
              <a:defRPr sz="33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6pPr>
            <a:lvl7pPr marR="0" lvl="6" algn="ctr" rtl="0">
              <a:lnSpc>
                <a:spcPct val="115000"/>
              </a:lnSpc>
              <a:spcBef>
                <a:spcPts val="0"/>
              </a:spcBef>
              <a:spcAft>
                <a:spcPts val="0"/>
              </a:spcAft>
              <a:buClr>
                <a:schemeClr val="dk1"/>
              </a:buClr>
              <a:buSzPts val="3300"/>
              <a:buFont typeface="Poppins Black" panose="00000800000000000000"/>
              <a:buNone/>
              <a:defRPr sz="33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7pPr>
            <a:lvl8pPr marR="0" lvl="7" algn="ctr" rtl="0">
              <a:lnSpc>
                <a:spcPct val="115000"/>
              </a:lnSpc>
              <a:spcBef>
                <a:spcPts val="0"/>
              </a:spcBef>
              <a:spcAft>
                <a:spcPts val="0"/>
              </a:spcAft>
              <a:buClr>
                <a:schemeClr val="dk1"/>
              </a:buClr>
              <a:buSzPts val="3300"/>
              <a:buFont typeface="Poppins Black" panose="00000800000000000000"/>
              <a:buNone/>
              <a:defRPr sz="33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8pPr>
            <a:lvl9pPr marR="0" lvl="8" algn="ctr" rtl="0">
              <a:lnSpc>
                <a:spcPct val="115000"/>
              </a:lnSpc>
              <a:spcBef>
                <a:spcPts val="0"/>
              </a:spcBef>
              <a:spcAft>
                <a:spcPts val="0"/>
              </a:spcAft>
              <a:buClr>
                <a:schemeClr val="dk1"/>
              </a:buClr>
              <a:buSzPts val="3300"/>
              <a:buFont typeface="Poppins Black" panose="00000800000000000000"/>
              <a:buNone/>
              <a:defRPr sz="3300" b="0" i="0" u="none" strike="noStrike" cap="none">
                <a:solidFill>
                  <a:schemeClr val="dk1"/>
                </a:solidFill>
                <a:latin typeface="Poppins Black" panose="00000800000000000000"/>
                <a:ea typeface="Poppins Black" panose="00000800000000000000"/>
                <a:cs typeface="Poppins Black" panose="00000800000000000000"/>
                <a:sym typeface="Poppins Black" panose="00000800000000000000"/>
              </a:defRPr>
            </a:lvl9pPr>
          </a:lstStyle>
          <a:p>
            <a:pPr algn="ctr">
              <a:lnSpc>
                <a:spcPct val="150000"/>
              </a:lnSpc>
            </a:pPr>
            <a:r>
              <a:rPr lang="en-US" sz="1400" b="1" dirty="0">
                <a:latin typeface="Times New Roman" panose="02020603050405020304" pitchFamily="18" charset="0"/>
                <a:cs typeface="Times New Roman" panose="02020603050405020304" pitchFamily="18" charset="0"/>
              </a:rPr>
              <a:t>Level 2 Diagram</a:t>
            </a:r>
          </a:p>
        </p:txBody>
      </p:sp>
      <p:pic>
        <p:nvPicPr>
          <p:cNvPr id="3" name="Picture 2">
            <a:extLst>
              <a:ext uri="{FF2B5EF4-FFF2-40B4-BE49-F238E27FC236}">
                <a16:creationId xmlns:a16="http://schemas.microsoft.com/office/drawing/2014/main" id="{D1D11AF6-C5EB-1929-60FE-FAE991C01463}"/>
              </a:ext>
            </a:extLst>
          </p:cNvPr>
          <p:cNvPicPr>
            <a:picLocks noChangeAspect="1"/>
          </p:cNvPicPr>
          <p:nvPr/>
        </p:nvPicPr>
        <p:blipFill>
          <a:blip r:embed="rId3"/>
          <a:stretch>
            <a:fillRect/>
          </a:stretch>
        </p:blipFill>
        <p:spPr>
          <a:xfrm>
            <a:off x="1706245" y="842010"/>
            <a:ext cx="5731510" cy="3459480"/>
          </a:xfrm>
          <a:prstGeom prst="rect">
            <a:avLst/>
          </a:prstGeom>
        </p:spPr>
      </p:pic>
    </p:spTree>
    <p:extLst>
      <p:ext uri="{BB962C8B-B14F-4D97-AF65-F5344CB8AC3E}">
        <p14:creationId xmlns:p14="http://schemas.microsoft.com/office/powerpoint/2010/main" val="121203717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224"/>
        <p:cNvGrpSpPr/>
        <p:nvPr/>
      </p:nvGrpSpPr>
      <p:grpSpPr>
        <a:xfrm>
          <a:off x="0" y="0"/>
          <a:ext cx="0" cy="0"/>
          <a:chOff x="0" y="0"/>
          <a:chExt cx="0" cy="0"/>
        </a:xfrm>
      </p:grpSpPr>
      <p:sp>
        <p:nvSpPr>
          <p:cNvPr id="1225" name="Google Shape;1225;p38"/>
          <p:cNvSpPr txBox="1">
            <a:spLocks noGrp="1"/>
          </p:cNvSpPr>
          <p:nvPr>
            <p:ph type="title"/>
          </p:nvPr>
        </p:nvSpPr>
        <p:spPr>
          <a:xfrm>
            <a:off x="578317" y="266232"/>
            <a:ext cx="7878798" cy="710700"/>
          </a:xfrm>
          <a:prstGeom prst="rect">
            <a:avLst/>
          </a:prstGeom>
          <a:ln>
            <a:noFill/>
          </a:ln>
        </p:spPr>
        <p:txBody>
          <a:bodyPr spcFirstLastPara="1" wrap="square" lIns="91425" tIns="91425" rIns="91425" bIns="91425" anchor="t" anchorCtr="0">
            <a:noAutofit/>
          </a:bodyPr>
          <a:lstStyle/>
          <a:p>
            <a:pPr lvl="0"/>
            <a:r>
              <a:rPr lang="en-IN" altLang="en-US" sz="2400" b="1" dirty="0">
                <a:solidFill>
                  <a:srgbClr val="000000"/>
                </a:solidFill>
                <a:latin typeface="Times New Roman" panose="02020603050405020304" pitchFamily="18" charset="0"/>
                <a:ea typeface="Poppins" panose="00000500000000000000"/>
                <a:cs typeface="Times New Roman" panose="02020603050405020304" pitchFamily="18" charset="0"/>
                <a:sym typeface="Poppins" panose="00000500000000000000"/>
              </a:rPr>
              <a:t>CONCLUSION</a:t>
            </a:r>
          </a:p>
        </p:txBody>
      </p:sp>
      <p:sp>
        <p:nvSpPr>
          <p:cNvPr id="1389" name="Google Shape;1389;p38"/>
          <p:cNvSpPr/>
          <p:nvPr/>
        </p:nvSpPr>
        <p:spPr>
          <a:xfrm>
            <a:off x="6611106" y="2845440"/>
            <a:ext cx="2188668" cy="1945017"/>
          </a:xfrm>
          <a:custGeom>
            <a:avLst/>
            <a:gdLst/>
            <a:ahLst/>
            <a:cxnLst/>
            <a:rect l="l" t="t" r="r" b="b"/>
            <a:pathLst>
              <a:path w="67892" h="60334" extrusionOk="0">
                <a:moveTo>
                  <a:pt x="40065" y="0"/>
                </a:moveTo>
                <a:cubicBezTo>
                  <a:pt x="29635" y="0"/>
                  <a:pt x="18295" y="2594"/>
                  <a:pt x="9925" y="11430"/>
                </a:cubicBezTo>
                <a:cubicBezTo>
                  <a:pt x="9172" y="12224"/>
                  <a:pt x="8479" y="13096"/>
                  <a:pt x="7843" y="14035"/>
                </a:cubicBezTo>
                <a:cubicBezTo>
                  <a:pt x="7800" y="14099"/>
                  <a:pt x="7759" y="14161"/>
                  <a:pt x="7716" y="14225"/>
                </a:cubicBezTo>
                <a:cubicBezTo>
                  <a:pt x="0" y="25889"/>
                  <a:pt x="1051" y="47717"/>
                  <a:pt x="10852" y="60333"/>
                </a:cubicBezTo>
                <a:lnTo>
                  <a:pt x="65912" y="60309"/>
                </a:lnTo>
                <a:cubicBezTo>
                  <a:pt x="67000" y="60309"/>
                  <a:pt x="67880" y="59429"/>
                  <a:pt x="67880" y="58342"/>
                </a:cubicBezTo>
                <a:lnTo>
                  <a:pt x="67892" y="5246"/>
                </a:lnTo>
                <a:cubicBezTo>
                  <a:pt x="67784" y="5202"/>
                  <a:pt x="54837" y="0"/>
                  <a:pt x="400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Rectangle 3"/>
          <p:cNvSpPr>
            <a:spLocks noChangeArrowheads="1"/>
          </p:cNvSpPr>
          <p:nvPr/>
        </p:nvSpPr>
        <p:spPr bwMode="auto">
          <a:xfrm>
            <a:off x="683195" y="899972"/>
            <a:ext cx="7910198" cy="3890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lgn="just" eaLnBrk="0" fontAlgn="base" hangingPunct="0">
              <a:lnSpc>
                <a:spcPct val="150000"/>
              </a:lnSpc>
              <a:spcBef>
                <a:spcPct val="0"/>
              </a:spcBef>
              <a:spcAft>
                <a:spcPct val="0"/>
              </a:spcAft>
              <a:buClrTx/>
            </a:pPr>
            <a:r>
              <a:rPr lang="en-IN" dirty="0">
                <a:latin typeface="Times New Roman" panose="02020603050405020304" pitchFamily="18" charset="0"/>
                <a:cs typeface="Times New Roman" panose="02020603050405020304" pitchFamily="18" charset="0"/>
              </a:rPr>
              <a:t>The Ad Click Fraud Detection System developed in this project demonstrates the powerful application of machine learning and deep learning techniques in identifying fraudulent ad clicks with high accuracy. By leveraging models such as Logistic Regression, Random Forest, </a:t>
            </a:r>
            <a:r>
              <a:rPr lang="en-IN" dirty="0" err="1">
                <a:latin typeface="Times New Roman" panose="02020603050405020304" pitchFamily="18" charset="0"/>
                <a:cs typeface="Times New Roman" panose="02020603050405020304" pitchFamily="18" charset="0"/>
              </a:rPr>
              <a:t>XGBoost</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LightGBM</a:t>
            </a:r>
            <a:r>
              <a:rPr lang="en-IN" dirty="0">
                <a:latin typeface="Times New Roman" panose="02020603050405020304" pitchFamily="18" charset="0"/>
                <a:cs typeface="Times New Roman" panose="02020603050405020304" pitchFamily="18" charset="0"/>
              </a:rPr>
              <a:t>, CNN, LSTM, GRU, and ensemble stacking, the system effectively distinguishes between legitimate and fake clicks in real time. The integration of a Flask-based web interface ensures usability, making it accessible to advertisers and analysts for practical deployment. With robust input validation, real-time prediction, and confidence scoring, the platform enhances ad campaign transparency and return on investment. Furthermore, the project emphasizes efficiency by using open-source tools, resulting in a cost-effective and scalable solution. The system achieves its core objectives of fraud minimization, accuracy, and ease of use. Overall, the solution proves to be a reliable decision-support tool in digital marketing environments, helping stakeholders mitigate losses and optimize performance by </a:t>
            </a:r>
            <a:r>
              <a:rPr lang="en-IN" dirty="0" err="1">
                <a:latin typeface="Times New Roman" panose="02020603050405020304" pitchFamily="18" charset="0"/>
                <a:cs typeface="Times New Roman" panose="02020603050405020304" pitchFamily="18" charset="0"/>
              </a:rPr>
              <a:t>preemptively</a:t>
            </a:r>
            <a:r>
              <a:rPr lang="en-IN" dirty="0">
                <a:latin typeface="Times New Roman" panose="02020603050405020304" pitchFamily="18" charset="0"/>
                <a:cs typeface="Times New Roman" panose="02020603050405020304" pitchFamily="18" charset="0"/>
              </a:rPr>
              <a:t> filtering fraudulent activity.</a:t>
            </a:r>
          </a:p>
          <a:p>
            <a:pPr marL="0" lvl="0" indent="0" algn="just" eaLnBrk="0" fontAlgn="base" hangingPunct="0">
              <a:lnSpc>
                <a:spcPct val="150000"/>
              </a:lnSpc>
              <a:spcBef>
                <a:spcPct val="0"/>
              </a:spcBef>
              <a:spcAft>
                <a:spcPct val="0"/>
              </a:spcAft>
              <a:buClrTx/>
              <a:buFont typeface="Wingdings" panose="05000000000000000000" charset="0"/>
              <a:buNone/>
            </a:pPr>
            <a:endParaRPr lang="en-US" altLang="en-US" sz="1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224"/>
        <p:cNvGrpSpPr/>
        <p:nvPr/>
      </p:nvGrpSpPr>
      <p:grpSpPr>
        <a:xfrm>
          <a:off x="0" y="0"/>
          <a:ext cx="0" cy="0"/>
          <a:chOff x="0" y="0"/>
          <a:chExt cx="0" cy="0"/>
        </a:xfrm>
      </p:grpSpPr>
      <p:sp>
        <p:nvSpPr>
          <p:cNvPr id="1225" name="Google Shape;1225;p38"/>
          <p:cNvSpPr txBox="1">
            <a:spLocks noGrp="1"/>
          </p:cNvSpPr>
          <p:nvPr>
            <p:ph type="title"/>
          </p:nvPr>
        </p:nvSpPr>
        <p:spPr>
          <a:xfrm>
            <a:off x="444070" y="292600"/>
            <a:ext cx="7878798" cy="710700"/>
          </a:xfrm>
          <a:prstGeom prst="rect">
            <a:avLst/>
          </a:prstGeom>
          <a:ln>
            <a:noFill/>
          </a:ln>
        </p:spPr>
        <p:txBody>
          <a:bodyPr spcFirstLastPara="1" wrap="square" lIns="91425" tIns="91425" rIns="91425" bIns="91425" anchor="t" anchorCtr="0">
            <a:noAutofit/>
          </a:bodyPr>
          <a:lstStyle/>
          <a:p>
            <a:pPr lvl="0"/>
            <a:r>
              <a:rPr lang="en-US" altLang="en-US" sz="2400" b="1" dirty="0">
                <a:solidFill>
                  <a:srgbClr val="000000"/>
                </a:solidFill>
                <a:latin typeface="Times New Roman" panose="02020603050405020304" pitchFamily="18" charset="0"/>
                <a:ea typeface="Poppins" panose="00000500000000000000"/>
                <a:cs typeface="Times New Roman" panose="02020603050405020304" pitchFamily="18" charset="0"/>
                <a:sym typeface="Poppins" panose="00000500000000000000"/>
              </a:rPr>
              <a:t>REFERENCES</a:t>
            </a:r>
            <a:endParaRPr lang="en-IN" altLang="en-US" sz="2400" b="1" dirty="0">
              <a:solidFill>
                <a:srgbClr val="000000"/>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389" name="Google Shape;1389;p38"/>
          <p:cNvSpPr/>
          <p:nvPr/>
        </p:nvSpPr>
        <p:spPr>
          <a:xfrm>
            <a:off x="6611106" y="2845440"/>
            <a:ext cx="2188668" cy="1945017"/>
          </a:xfrm>
          <a:custGeom>
            <a:avLst/>
            <a:gdLst/>
            <a:ahLst/>
            <a:cxnLst/>
            <a:rect l="l" t="t" r="r" b="b"/>
            <a:pathLst>
              <a:path w="67892" h="60334" extrusionOk="0">
                <a:moveTo>
                  <a:pt x="40065" y="0"/>
                </a:moveTo>
                <a:cubicBezTo>
                  <a:pt x="29635" y="0"/>
                  <a:pt x="18295" y="2594"/>
                  <a:pt x="9925" y="11430"/>
                </a:cubicBezTo>
                <a:cubicBezTo>
                  <a:pt x="9172" y="12224"/>
                  <a:pt x="8479" y="13096"/>
                  <a:pt x="7843" y="14035"/>
                </a:cubicBezTo>
                <a:cubicBezTo>
                  <a:pt x="7800" y="14099"/>
                  <a:pt x="7759" y="14161"/>
                  <a:pt x="7716" y="14225"/>
                </a:cubicBezTo>
                <a:cubicBezTo>
                  <a:pt x="0" y="25889"/>
                  <a:pt x="1051" y="47717"/>
                  <a:pt x="10852" y="60333"/>
                </a:cubicBezTo>
                <a:lnTo>
                  <a:pt x="65912" y="60309"/>
                </a:lnTo>
                <a:cubicBezTo>
                  <a:pt x="67000" y="60309"/>
                  <a:pt x="67880" y="59429"/>
                  <a:pt x="67880" y="58342"/>
                </a:cubicBezTo>
                <a:lnTo>
                  <a:pt x="67892" y="5246"/>
                </a:lnTo>
                <a:cubicBezTo>
                  <a:pt x="67784" y="5202"/>
                  <a:pt x="54837" y="0"/>
                  <a:pt x="400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Rectangle 2"/>
          <p:cNvSpPr/>
          <p:nvPr/>
        </p:nvSpPr>
        <p:spPr>
          <a:xfrm>
            <a:off x="342900" y="849203"/>
            <a:ext cx="8456873" cy="3567772"/>
          </a:xfrm>
          <a:prstGeom prst="rect">
            <a:avLst/>
          </a:prstGeom>
        </p:spPr>
        <p:txBody>
          <a:bodyPr wrap="square">
            <a:spAutoFit/>
          </a:bodyPr>
          <a:lstStyle/>
          <a:p>
            <a:pPr marL="285750" lvl="0" indent="-285750">
              <a:lnSpc>
                <a:spcPct val="150000"/>
              </a:lnSpc>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Alzahrani, R., </a:t>
            </a:r>
            <a:r>
              <a:rPr lang="en-IN" dirty="0" err="1">
                <a:latin typeface="Times New Roman" panose="02020603050405020304" pitchFamily="18" charset="0"/>
                <a:cs typeface="Times New Roman" panose="02020603050405020304" pitchFamily="18" charset="0"/>
              </a:rPr>
              <a:t>Aljabri</a:t>
            </a:r>
            <a:r>
              <a:rPr lang="en-IN" dirty="0">
                <a:latin typeface="Times New Roman" panose="02020603050405020304" pitchFamily="18" charset="0"/>
                <a:cs typeface="Times New Roman" panose="02020603050405020304" pitchFamily="18" charset="0"/>
              </a:rPr>
              <a:t>, M., &amp; Mohammad, R. M. A. (2025). Ad Click Fraud Detection Using Machine Learning and Deep Learning Algorithms. </a:t>
            </a:r>
            <a:r>
              <a:rPr lang="en-IN" i="1" dirty="0">
                <a:latin typeface="Times New Roman" panose="02020603050405020304" pitchFamily="18" charset="0"/>
                <a:cs typeface="Times New Roman" panose="02020603050405020304" pitchFamily="18" charset="0"/>
              </a:rPr>
              <a:t>IEEE Access</a:t>
            </a:r>
            <a:r>
              <a:rPr lang="en-IN" dirty="0">
                <a:latin typeface="Times New Roman" panose="02020603050405020304" pitchFamily="18" charset="0"/>
                <a:cs typeface="Times New Roman" panose="02020603050405020304" pitchFamily="18" charset="0"/>
              </a:rPr>
              <a:t>. https://doi.org/10.1109/ACCESS.2025.3532200</a:t>
            </a:r>
          </a:p>
          <a:p>
            <a:pPr marL="285750" lvl="0" indent="-285750">
              <a:lnSpc>
                <a:spcPct val="150000"/>
              </a:lnSpc>
              <a:buFont typeface="Wingdings" panose="05000000000000000000" pitchFamily="2" charset="2"/>
              <a:buChar char="q"/>
            </a:pPr>
            <a:r>
              <a:rPr lang="en-IN" dirty="0" err="1">
                <a:latin typeface="Times New Roman" panose="02020603050405020304" pitchFamily="18" charset="0"/>
                <a:cs typeface="Times New Roman" panose="02020603050405020304" pitchFamily="18" charset="0"/>
              </a:rPr>
              <a:t>Aljabri</a:t>
            </a:r>
            <a:r>
              <a:rPr lang="en-IN" dirty="0">
                <a:latin typeface="Times New Roman" panose="02020603050405020304" pitchFamily="18" charset="0"/>
                <a:cs typeface="Times New Roman" panose="02020603050405020304" pitchFamily="18" charset="0"/>
              </a:rPr>
              <a:t>, M., &amp; Mohammad, R. M. A. (2023). Click Fraud Detection for Online Advertising Using Machine Learning. </a:t>
            </a:r>
            <a:r>
              <a:rPr lang="en-IN" i="1" dirty="0">
                <a:latin typeface="Times New Roman" panose="02020603050405020304" pitchFamily="18" charset="0"/>
                <a:cs typeface="Times New Roman" panose="02020603050405020304" pitchFamily="18" charset="0"/>
              </a:rPr>
              <a:t>Egyptian Informatics Journal</a:t>
            </a:r>
            <a:r>
              <a:rPr lang="en-IN" dirty="0">
                <a:latin typeface="Times New Roman" panose="02020603050405020304" pitchFamily="18" charset="0"/>
                <a:cs typeface="Times New Roman" panose="02020603050405020304" pitchFamily="18" charset="0"/>
              </a:rPr>
              <a:t>, </a:t>
            </a:r>
            <a:r>
              <a:rPr lang="en-IN" i="1" dirty="0">
                <a:latin typeface="Times New Roman" panose="02020603050405020304" pitchFamily="18" charset="0"/>
                <a:cs typeface="Times New Roman" panose="02020603050405020304" pitchFamily="18" charset="0"/>
              </a:rPr>
              <a:t>24</a:t>
            </a:r>
            <a:r>
              <a:rPr lang="en-IN" dirty="0">
                <a:latin typeface="Times New Roman" panose="02020603050405020304" pitchFamily="18" charset="0"/>
                <a:cs typeface="Times New Roman" panose="02020603050405020304" pitchFamily="18" charset="0"/>
              </a:rPr>
              <a:t>(3), 241–252. https://doi.org/10.1016/j.eij.2023.05.006</a:t>
            </a:r>
          </a:p>
          <a:p>
            <a:pPr marL="285750" lvl="0" indent="-285750">
              <a:lnSpc>
                <a:spcPct val="150000"/>
              </a:lnSpc>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Batool, A., &amp; Byun, Y. (2022). An Ensemble Architecture Based on Deep Learning Model for Click Fraud Detection in Pay-Per-Click Advertisement Campaign. </a:t>
            </a:r>
            <a:r>
              <a:rPr lang="en-IN" i="1" dirty="0">
                <a:latin typeface="Times New Roman" panose="02020603050405020304" pitchFamily="18" charset="0"/>
                <a:cs typeface="Times New Roman" panose="02020603050405020304" pitchFamily="18" charset="0"/>
              </a:rPr>
              <a:t>IEEE Access</a:t>
            </a:r>
            <a:r>
              <a:rPr lang="en-IN" dirty="0">
                <a:latin typeface="Times New Roman" panose="02020603050405020304" pitchFamily="18" charset="0"/>
                <a:cs typeface="Times New Roman" panose="02020603050405020304" pitchFamily="18" charset="0"/>
              </a:rPr>
              <a:t>, </a:t>
            </a:r>
            <a:r>
              <a:rPr lang="en-IN" i="1" dirty="0">
                <a:latin typeface="Times New Roman" panose="02020603050405020304" pitchFamily="18" charset="0"/>
                <a:cs typeface="Times New Roman" panose="02020603050405020304" pitchFamily="18" charset="0"/>
              </a:rPr>
              <a:t>10</a:t>
            </a:r>
            <a:r>
              <a:rPr lang="en-IN" dirty="0">
                <a:latin typeface="Times New Roman" panose="02020603050405020304" pitchFamily="18" charset="0"/>
                <a:cs typeface="Times New Roman" panose="02020603050405020304" pitchFamily="18" charset="0"/>
              </a:rPr>
              <a:t>, 99234–99249. https://doi.org/10.1109/ACCESS.2022.3211528</a:t>
            </a:r>
          </a:p>
          <a:p>
            <a:pPr marL="285750" lvl="0" indent="-285750">
              <a:lnSpc>
                <a:spcPct val="150000"/>
              </a:lnSpc>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Kirkwood, B., Vanamala, M., &amp; </a:t>
            </a:r>
            <a:r>
              <a:rPr lang="en-IN" dirty="0" err="1">
                <a:latin typeface="Times New Roman" panose="02020603050405020304" pitchFamily="18" charset="0"/>
                <a:cs typeface="Times New Roman" panose="02020603050405020304" pitchFamily="18" charset="0"/>
              </a:rPr>
              <a:t>Seliya</a:t>
            </a:r>
            <a:r>
              <a:rPr lang="en-IN" dirty="0">
                <a:latin typeface="Times New Roman" panose="02020603050405020304" pitchFamily="18" charset="0"/>
                <a:cs typeface="Times New Roman" panose="02020603050405020304" pitchFamily="18" charset="0"/>
              </a:rPr>
              <a:t>, N. (2024). Click Fraud Detection of Online Advertising Using Machine Learning Algorithms. </a:t>
            </a:r>
            <a:r>
              <a:rPr lang="en-IN" i="1" dirty="0">
                <a:latin typeface="Times New Roman" panose="02020603050405020304" pitchFamily="18" charset="0"/>
                <a:cs typeface="Times New Roman" panose="02020603050405020304" pitchFamily="18" charset="0"/>
              </a:rPr>
              <a:t>Proceedings of the IEEE International Conference on Electro Information Technology (EIT)</a:t>
            </a:r>
            <a:r>
              <a:rPr lang="en-IN" dirty="0">
                <a:latin typeface="Times New Roman" panose="02020603050405020304" pitchFamily="18" charset="0"/>
                <a:cs typeface="Times New Roman" panose="02020603050405020304" pitchFamily="18" charset="0"/>
              </a:rPr>
              <a:t>.</a:t>
            </a:r>
          </a:p>
          <a:p>
            <a:pPr lvl="0" algn="just">
              <a:lnSpc>
                <a:spcPct val="150000"/>
              </a:lnSpc>
              <a:tabLst>
                <a:tab pos="457200" algn="l"/>
              </a:tabLst>
            </a:pPr>
            <a:endParaRPr lang="en-US" sz="1200"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65878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224"/>
        <p:cNvGrpSpPr/>
        <p:nvPr/>
      </p:nvGrpSpPr>
      <p:grpSpPr>
        <a:xfrm>
          <a:off x="0" y="0"/>
          <a:ext cx="0" cy="0"/>
          <a:chOff x="0" y="0"/>
          <a:chExt cx="0" cy="0"/>
        </a:xfrm>
      </p:grpSpPr>
      <p:sp>
        <p:nvSpPr>
          <p:cNvPr id="1225" name="Google Shape;1225;p38"/>
          <p:cNvSpPr txBox="1">
            <a:spLocks noGrp="1"/>
          </p:cNvSpPr>
          <p:nvPr>
            <p:ph type="title"/>
          </p:nvPr>
        </p:nvSpPr>
        <p:spPr>
          <a:xfrm>
            <a:off x="444070" y="292600"/>
            <a:ext cx="7878798" cy="710700"/>
          </a:xfrm>
          <a:prstGeom prst="rect">
            <a:avLst/>
          </a:prstGeom>
          <a:ln>
            <a:noFill/>
          </a:ln>
        </p:spPr>
        <p:txBody>
          <a:bodyPr spcFirstLastPara="1" wrap="square" lIns="91425" tIns="91425" rIns="91425" bIns="91425" anchor="t" anchorCtr="0">
            <a:noAutofit/>
          </a:bodyPr>
          <a:lstStyle/>
          <a:p>
            <a:pPr lvl="0"/>
            <a:r>
              <a:rPr lang="en-US" altLang="en-US" sz="2400" b="1" dirty="0">
                <a:solidFill>
                  <a:srgbClr val="000000"/>
                </a:solidFill>
                <a:latin typeface="Times New Roman" panose="02020603050405020304" pitchFamily="18" charset="0"/>
                <a:ea typeface="Poppins" panose="00000500000000000000"/>
                <a:cs typeface="Times New Roman" panose="02020603050405020304" pitchFamily="18" charset="0"/>
                <a:sym typeface="Poppins" panose="00000500000000000000"/>
              </a:rPr>
              <a:t>REFERENCES</a:t>
            </a:r>
            <a:endParaRPr lang="en-IN" altLang="en-US" sz="2400" b="1" dirty="0">
              <a:solidFill>
                <a:srgbClr val="000000"/>
              </a:solidFill>
              <a:latin typeface="Times New Roman" panose="02020603050405020304" pitchFamily="18" charset="0"/>
              <a:ea typeface="Poppins" panose="00000500000000000000"/>
              <a:cs typeface="Times New Roman" panose="02020603050405020304" pitchFamily="18" charset="0"/>
              <a:sym typeface="Poppins" panose="00000500000000000000"/>
            </a:endParaRPr>
          </a:p>
        </p:txBody>
      </p:sp>
      <p:sp>
        <p:nvSpPr>
          <p:cNvPr id="1389" name="Google Shape;1389;p38"/>
          <p:cNvSpPr/>
          <p:nvPr/>
        </p:nvSpPr>
        <p:spPr>
          <a:xfrm>
            <a:off x="6611106" y="2845440"/>
            <a:ext cx="2188668" cy="1945017"/>
          </a:xfrm>
          <a:custGeom>
            <a:avLst/>
            <a:gdLst/>
            <a:ahLst/>
            <a:cxnLst/>
            <a:rect l="l" t="t" r="r" b="b"/>
            <a:pathLst>
              <a:path w="67892" h="60334" extrusionOk="0">
                <a:moveTo>
                  <a:pt x="40065" y="0"/>
                </a:moveTo>
                <a:cubicBezTo>
                  <a:pt x="29635" y="0"/>
                  <a:pt x="18295" y="2594"/>
                  <a:pt x="9925" y="11430"/>
                </a:cubicBezTo>
                <a:cubicBezTo>
                  <a:pt x="9172" y="12224"/>
                  <a:pt x="8479" y="13096"/>
                  <a:pt x="7843" y="14035"/>
                </a:cubicBezTo>
                <a:cubicBezTo>
                  <a:pt x="7800" y="14099"/>
                  <a:pt x="7759" y="14161"/>
                  <a:pt x="7716" y="14225"/>
                </a:cubicBezTo>
                <a:cubicBezTo>
                  <a:pt x="0" y="25889"/>
                  <a:pt x="1051" y="47717"/>
                  <a:pt x="10852" y="60333"/>
                </a:cubicBezTo>
                <a:lnTo>
                  <a:pt x="65912" y="60309"/>
                </a:lnTo>
                <a:cubicBezTo>
                  <a:pt x="67000" y="60309"/>
                  <a:pt x="67880" y="59429"/>
                  <a:pt x="67880" y="58342"/>
                </a:cubicBezTo>
                <a:lnTo>
                  <a:pt x="67892" y="5246"/>
                </a:lnTo>
                <a:cubicBezTo>
                  <a:pt x="67784" y="5202"/>
                  <a:pt x="54837" y="0"/>
                  <a:pt x="400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Rectangle 2"/>
          <p:cNvSpPr/>
          <p:nvPr/>
        </p:nvSpPr>
        <p:spPr>
          <a:xfrm>
            <a:off x="555568" y="1160534"/>
            <a:ext cx="8488046" cy="3185487"/>
          </a:xfrm>
          <a:prstGeom prst="rect">
            <a:avLst/>
          </a:prstGeom>
        </p:spPr>
        <p:txBody>
          <a:bodyPr wrap="square">
            <a:spAutoFit/>
          </a:bodyPr>
          <a:lstStyle/>
          <a:p>
            <a:pPr marL="285750" lvl="0" indent="-285750">
              <a:lnSpc>
                <a:spcPct val="150000"/>
              </a:lnSpc>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Yu, Q., Tang, X., Li, F., &amp; Cao, Z. (2024). Improved </a:t>
            </a:r>
            <a:r>
              <a:rPr lang="en-IN" dirty="0" err="1">
                <a:latin typeface="Times New Roman" panose="02020603050405020304" pitchFamily="18" charset="0"/>
                <a:cs typeface="Times New Roman" panose="02020603050405020304" pitchFamily="18" charset="0"/>
              </a:rPr>
              <a:t>Adaboost</a:t>
            </a:r>
            <a:r>
              <a:rPr lang="en-IN" dirty="0">
                <a:latin typeface="Times New Roman" panose="02020603050405020304" pitchFamily="18" charset="0"/>
                <a:cs typeface="Times New Roman" panose="02020603050405020304" pitchFamily="18" charset="0"/>
              </a:rPr>
              <a:t> Algorithm for Web Advertisement Click Prediction Based on Long Short-Term Memory Networks. </a:t>
            </a:r>
            <a:r>
              <a:rPr lang="en-IN" i="1" dirty="0" err="1">
                <a:latin typeface="Times New Roman" panose="02020603050405020304" pitchFamily="18" charset="0"/>
                <a:cs typeface="Times New Roman" panose="02020603050405020304" pitchFamily="18" charset="0"/>
              </a:rPr>
              <a:t>arXiv</a:t>
            </a:r>
            <a:r>
              <a:rPr lang="en-IN" i="1" dirty="0">
                <a:latin typeface="Times New Roman" panose="02020603050405020304" pitchFamily="18" charset="0"/>
                <a:cs typeface="Times New Roman" panose="02020603050405020304" pitchFamily="18" charset="0"/>
              </a:rPr>
              <a:t> preprint</a:t>
            </a:r>
            <a:r>
              <a:rPr lang="en-IN" dirty="0">
                <a:latin typeface="Times New Roman" panose="02020603050405020304" pitchFamily="18" charset="0"/>
                <a:cs typeface="Times New Roman" panose="02020603050405020304" pitchFamily="18" charset="0"/>
              </a:rPr>
              <a:t>, arXiv:2408.05245. </a:t>
            </a:r>
            <a:r>
              <a:rPr lang="en-IN" u="sng" dirty="0">
                <a:latin typeface="Times New Roman" panose="02020603050405020304" pitchFamily="18" charset="0"/>
                <a:cs typeface="Times New Roman" panose="02020603050405020304" pitchFamily="18" charset="0"/>
                <a:hlinkClick r:id="rId3"/>
              </a:rPr>
              <a:t>https://arxiv.org/abs/2408.05245</a:t>
            </a:r>
            <a:endParaRPr lang="en-IN" dirty="0">
              <a:latin typeface="Times New Roman" panose="02020603050405020304" pitchFamily="18" charset="0"/>
              <a:cs typeface="Times New Roman" panose="02020603050405020304" pitchFamily="18" charset="0"/>
            </a:endParaRPr>
          </a:p>
          <a:p>
            <a:pPr marL="285750" lvl="0" indent="-285750">
              <a:lnSpc>
                <a:spcPct val="150000"/>
              </a:lnSpc>
              <a:buFont typeface="Wingdings" panose="05000000000000000000" pitchFamily="2" charset="2"/>
              <a:buChar char="q"/>
            </a:pPr>
            <a:r>
              <a:rPr lang="en-IN" dirty="0" err="1">
                <a:latin typeface="Times New Roman" panose="02020603050405020304" pitchFamily="18" charset="0"/>
                <a:cs typeface="Times New Roman" panose="02020603050405020304" pitchFamily="18" charset="0"/>
              </a:rPr>
              <a:t>Purwar</a:t>
            </a:r>
            <a:r>
              <a:rPr lang="en-IN" dirty="0">
                <a:latin typeface="Times New Roman" panose="02020603050405020304" pitchFamily="18" charset="0"/>
                <a:cs typeface="Times New Roman" panose="02020603050405020304" pitchFamily="18" charset="0"/>
              </a:rPr>
              <a:t>, A., Jain, A., Chawla, I., &amp; Jain, D. (2024). Click Fraud Detection Using Ensemble Classifier. In </a:t>
            </a:r>
            <a:r>
              <a:rPr lang="en-IN" i="1" dirty="0">
                <a:latin typeface="Times New Roman" panose="02020603050405020304" pitchFamily="18" charset="0"/>
                <a:cs typeface="Times New Roman" panose="02020603050405020304" pitchFamily="18" charset="0"/>
              </a:rPr>
              <a:t>Advances in Artificial-Business Analytics and Quantum Machine Learning</a:t>
            </a:r>
            <a:r>
              <a:rPr lang="en-IN" dirty="0">
                <a:latin typeface="Times New Roman" panose="02020603050405020304" pitchFamily="18" charset="0"/>
                <a:cs typeface="Times New Roman" panose="02020603050405020304" pitchFamily="18" charset="0"/>
              </a:rPr>
              <a:t> (pp. 145–159). Springer.</a:t>
            </a:r>
          </a:p>
          <a:p>
            <a:pPr marL="285750" lvl="0" indent="-285750">
              <a:lnSpc>
                <a:spcPct val="150000"/>
              </a:lnSpc>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Miotto, R., Wang, F., Wang, S., Jiang, X., &amp; Dudley, J. T. (2018). Deep learning for healthcare: review, opportunities and challenges. </a:t>
            </a:r>
            <a:r>
              <a:rPr lang="en-IN" i="1" dirty="0">
                <a:latin typeface="Times New Roman" panose="02020603050405020304" pitchFamily="18" charset="0"/>
                <a:cs typeface="Times New Roman" panose="02020603050405020304" pitchFamily="18" charset="0"/>
              </a:rPr>
              <a:t>Briefings in Bioinformatics</a:t>
            </a:r>
            <a:r>
              <a:rPr lang="en-IN" dirty="0">
                <a:latin typeface="Times New Roman" panose="02020603050405020304" pitchFamily="18" charset="0"/>
                <a:cs typeface="Times New Roman" panose="02020603050405020304" pitchFamily="18" charset="0"/>
              </a:rPr>
              <a:t>, </a:t>
            </a:r>
            <a:r>
              <a:rPr lang="en-IN" i="1" dirty="0">
                <a:latin typeface="Times New Roman" panose="02020603050405020304" pitchFamily="18" charset="0"/>
                <a:cs typeface="Times New Roman" panose="02020603050405020304" pitchFamily="18" charset="0"/>
              </a:rPr>
              <a:t>19</a:t>
            </a:r>
            <a:r>
              <a:rPr lang="en-IN" dirty="0">
                <a:latin typeface="Times New Roman" panose="02020603050405020304" pitchFamily="18" charset="0"/>
                <a:cs typeface="Times New Roman" panose="02020603050405020304" pitchFamily="18" charset="0"/>
              </a:rPr>
              <a:t>(6), 1236–1246.</a:t>
            </a:r>
          </a:p>
          <a:p>
            <a:pPr marL="285750" lvl="0" indent="-285750">
              <a:lnSpc>
                <a:spcPct val="150000"/>
              </a:lnSpc>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He, K., Zhang, X., Ren, S., &amp; Sun, J. (2016). Deep Residual Learning for Image Recognition. </a:t>
            </a:r>
            <a:r>
              <a:rPr lang="en-IN" i="1" dirty="0">
                <a:latin typeface="Times New Roman" panose="02020603050405020304" pitchFamily="18" charset="0"/>
                <a:cs typeface="Times New Roman" panose="02020603050405020304" pitchFamily="18" charset="0"/>
              </a:rPr>
              <a:t>Proceedings of the IEEE Conference on Computer Vision and Pattern Recognition (CVPR)</a:t>
            </a:r>
            <a:r>
              <a:rPr lang="en-IN" dirty="0">
                <a:latin typeface="Times New Roman" panose="02020603050405020304" pitchFamily="18" charset="0"/>
                <a:cs typeface="Times New Roman" panose="02020603050405020304" pitchFamily="18" charset="0"/>
              </a:rPr>
              <a:t>, 770–778.</a:t>
            </a:r>
          </a:p>
          <a:p>
            <a:pPr algn="just"/>
            <a:endParaRPr lang="en-US" sz="1200"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279632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578"/>
        <p:cNvGrpSpPr/>
        <p:nvPr/>
      </p:nvGrpSpPr>
      <p:grpSpPr>
        <a:xfrm>
          <a:off x="0" y="0"/>
          <a:ext cx="0" cy="0"/>
          <a:chOff x="0" y="0"/>
          <a:chExt cx="0" cy="0"/>
        </a:xfrm>
      </p:grpSpPr>
      <p:sp>
        <p:nvSpPr>
          <p:cNvPr id="2" name="Title 1"/>
          <p:cNvSpPr>
            <a:spLocks noGrp="1"/>
          </p:cNvSpPr>
          <p:nvPr>
            <p:ph type="title"/>
          </p:nvPr>
        </p:nvSpPr>
        <p:spPr/>
        <p:txBody>
          <a:bodyPr/>
          <a:lstStyle/>
          <a:p>
            <a:r>
              <a:rPr lang="en-IN" altLang="en-US" sz="8000" dirty="0">
                <a:latin typeface="Times New Roman" panose="02020603050405020304" pitchFamily="18" charset="0"/>
                <a:cs typeface="Times New Roman" panose="02020603050405020304" pitchFamily="18" charset="0"/>
              </a:rPr>
              <a:t>THANK YOU !</a:t>
            </a:r>
          </a:p>
        </p:txBody>
      </p:sp>
      <p:sp>
        <p:nvSpPr>
          <p:cNvPr id="1389" name="Google Shape;1389;p38"/>
          <p:cNvSpPr/>
          <p:nvPr>
            <p:custDataLst>
              <p:tags r:id="rId1"/>
            </p:custDataLst>
          </p:nvPr>
        </p:nvSpPr>
        <p:spPr>
          <a:xfrm>
            <a:off x="6955276" y="3198500"/>
            <a:ext cx="2188668" cy="1945017"/>
          </a:xfrm>
          <a:custGeom>
            <a:avLst/>
            <a:gdLst/>
            <a:ahLst/>
            <a:cxnLst/>
            <a:rect l="l" t="t" r="r" b="b"/>
            <a:pathLst>
              <a:path w="67892" h="60334" extrusionOk="0">
                <a:moveTo>
                  <a:pt x="40065" y="0"/>
                </a:moveTo>
                <a:cubicBezTo>
                  <a:pt x="29635" y="0"/>
                  <a:pt x="18295" y="2594"/>
                  <a:pt x="9925" y="11430"/>
                </a:cubicBezTo>
                <a:cubicBezTo>
                  <a:pt x="9172" y="12224"/>
                  <a:pt x="8479" y="13096"/>
                  <a:pt x="7843" y="14035"/>
                </a:cubicBezTo>
                <a:cubicBezTo>
                  <a:pt x="7800" y="14099"/>
                  <a:pt x="7759" y="14161"/>
                  <a:pt x="7716" y="14225"/>
                </a:cubicBezTo>
                <a:cubicBezTo>
                  <a:pt x="0" y="25889"/>
                  <a:pt x="1051" y="47717"/>
                  <a:pt x="10852" y="60333"/>
                </a:cubicBezTo>
                <a:lnTo>
                  <a:pt x="65912" y="60309"/>
                </a:lnTo>
                <a:cubicBezTo>
                  <a:pt x="67000" y="60309"/>
                  <a:pt x="67880" y="59429"/>
                  <a:pt x="67880" y="58342"/>
                </a:cubicBezTo>
                <a:lnTo>
                  <a:pt x="67892" y="5246"/>
                </a:lnTo>
                <a:cubicBezTo>
                  <a:pt x="67784" y="5202"/>
                  <a:pt x="54837" y="0"/>
                  <a:pt x="400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Google Shape;1389;p38"/>
          <p:cNvSpPr/>
          <p:nvPr>
            <p:custDataLst>
              <p:tags r:id="rId2"/>
            </p:custDataLst>
          </p:nvPr>
        </p:nvSpPr>
        <p:spPr>
          <a:xfrm rot="10800000">
            <a:off x="-78619" y="5085"/>
            <a:ext cx="2188668" cy="1945017"/>
          </a:xfrm>
          <a:custGeom>
            <a:avLst/>
            <a:gdLst/>
            <a:ahLst/>
            <a:cxnLst/>
            <a:rect l="l" t="t" r="r" b="b"/>
            <a:pathLst>
              <a:path w="67892" h="60334" extrusionOk="0">
                <a:moveTo>
                  <a:pt x="40065" y="0"/>
                </a:moveTo>
                <a:cubicBezTo>
                  <a:pt x="29635" y="0"/>
                  <a:pt x="18295" y="2594"/>
                  <a:pt x="9925" y="11430"/>
                </a:cubicBezTo>
                <a:cubicBezTo>
                  <a:pt x="9172" y="12224"/>
                  <a:pt x="8479" y="13096"/>
                  <a:pt x="7843" y="14035"/>
                </a:cubicBezTo>
                <a:cubicBezTo>
                  <a:pt x="7800" y="14099"/>
                  <a:pt x="7759" y="14161"/>
                  <a:pt x="7716" y="14225"/>
                </a:cubicBezTo>
                <a:cubicBezTo>
                  <a:pt x="0" y="25889"/>
                  <a:pt x="1051" y="47717"/>
                  <a:pt x="10852" y="60333"/>
                </a:cubicBezTo>
                <a:lnTo>
                  <a:pt x="65912" y="60309"/>
                </a:lnTo>
                <a:cubicBezTo>
                  <a:pt x="67000" y="60309"/>
                  <a:pt x="67880" y="59429"/>
                  <a:pt x="67880" y="58342"/>
                </a:cubicBezTo>
                <a:lnTo>
                  <a:pt x="67892" y="5246"/>
                </a:lnTo>
                <a:cubicBezTo>
                  <a:pt x="67784" y="5202"/>
                  <a:pt x="54837" y="0"/>
                  <a:pt x="400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Tips to Prepare for an Exam by Slidesgo">
  <a:themeElements>
    <a:clrScheme name="Simple Light">
      <a:dk1>
        <a:srgbClr val="210A26"/>
      </a:dk1>
      <a:lt1>
        <a:srgbClr val="4D476D"/>
      </a:lt1>
      <a:dk2>
        <a:srgbClr val="A0BFDB"/>
      </a:dk2>
      <a:lt2>
        <a:srgbClr val="DFF3F8"/>
      </a:lt2>
      <a:accent1>
        <a:srgbClr val="EA3554"/>
      </a:accent1>
      <a:accent2>
        <a:srgbClr val="FFA406"/>
      </a:accent2>
      <a:accent3>
        <a:srgbClr val="C1712D"/>
      </a:accent3>
      <a:accent4>
        <a:srgbClr val="1D9E4E"/>
      </a:accent4>
      <a:accent5>
        <a:srgbClr val="3169F8"/>
      </a:accent5>
      <a:accent6>
        <a:srgbClr val="FFFFFF"/>
      </a:accent6>
      <a:hlink>
        <a:srgbClr val="210A2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D50C938-F6EA-438A-B258-70904195EBD8}">
  <we:reference id="wa200001313" version="1.0.0.0" store="en-US" storeType="OMEX"/>
  <we:alternateReferences>
    <we:reference id="WA200001313" version="1.0.0.0" store="WA200001313"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Office Theme</Template>
  <TotalTime>1727</TotalTime>
  <Words>5921</Words>
  <Application>Microsoft Office PowerPoint</Application>
  <PresentationFormat>On-screen Show (16:9)</PresentationFormat>
  <Paragraphs>292</Paragraphs>
  <Slides>49</Slides>
  <Notes>48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49</vt:i4>
      </vt:variant>
    </vt:vector>
  </HeadingPairs>
  <TitlesOfParts>
    <vt:vector size="56" baseType="lpstr">
      <vt:lpstr>Wingdings</vt:lpstr>
      <vt:lpstr>Arial</vt:lpstr>
      <vt:lpstr>Poppins Black</vt:lpstr>
      <vt:lpstr>Poppins</vt:lpstr>
      <vt:lpstr>Bebas Neue</vt:lpstr>
      <vt:lpstr>Times New Roman</vt:lpstr>
      <vt:lpstr>Tips to Prepare for an Exam by Slidesgo</vt:lpstr>
      <vt:lpstr>PowerPoint Presentation</vt:lpstr>
      <vt:lpstr>CONTENTS OF THE PRESENTATION</vt:lpstr>
      <vt:lpstr>ABSTRACT</vt:lpstr>
      <vt:lpstr>PROBLEM STATEMENT</vt:lpstr>
      <vt:lpstr>OBJECTIVE</vt:lpstr>
      <vt:lpstr>SCOPE</vt:lpstr>
      <vt:lpstr>MOTIVATION</vt:lpstr>
      <vt:lpstr>PROJECT INTRODUCTION</vt:lpstr>
      <vt:lpstr>PROJECT INTRODUCTION</vt:lpstr>
      <vt:lpstr>ARCHITECTURE</vt:lpstr>
      <vt:lpstr>Existing System</vt:lpstr>
      <vt:lpstr>Existing System</vt:lpstr>
      <vt:lpstr>Proposed System</vt:lpstr>
      <vt:lpstr>Proposed System</vt:lpstr>
      <vt:lpstr>Project Flow</vt:lpstr>
      <vt:lpstr>Resource Requirements</vt:lpstr>
      <vt:lpstr>LITERATURE REVIEW</vt:lpstr>
      <vt:lpstr>Implementation</vt:lpstr>
      <vt:lpstr>Algorithm Definition</vt:lpstr>
      <vt:lpstr>Algorithm Definition</vt:lpstr>
      <vt:lpstr>Algorithm Definition</vt:lpstr>
      <vt:lpstr>Algorithm Definition</vt:lpstr>
      <vt:lpstr>Algorithm Definition</vt:lpstr>
      <vt:lpstr>Algorithm Definition</vt:lpstr>
      <vt:lpstr>Algorithm Definition</vt:lpstr>
      <vt:lpstr>Algorithm Definition</vt:lpstr>
      <vt:lpstr>Algorithm Definition</vt:lpstr>
      <vt:lpstr>METHODOLOGY</vt:lpstr>
      <vt:lpstr>METHODOLOGY</vt:lpstr>
      <vt:lpstr>MODULES</vt:lpstr>
      <vt:lpstr>MODULES</vt:lpstr>
      <vt:lpstr>MODULES</vt:lpstr>
      <vt:lpstr>MODULES</vt:lpstr>
      <vt:lpstr>UML DIAGRAMS</vt:lpstr>
      <vt:lpstr>UML DIAGRAMS</vt:lpstr>
      <vt:lpstr>UML DIAGRAMS</vt:lpstr>
      <vt:lpstr>UML DIAGRAMS</vt:lpstr>
      <vt:lpstr>UML DIAGRAMS</vt:lpstr>
      <vt:lpstr>UML DIAGRAMS</vt:lpstr>
      <vt:lpstr>UML DIAGRAMS</vt:lpstr>
      <vt:lpstr>UML DIAGRAMS</vt:lpstr>
      <vt:lpstr>UML DIAGRAMS</vt:lpstr>
      <vt:lpstr>UML DIAGRAMS</vt:lpstr>
      <vt:lpstr>DFD DIAGRAMS</vt:lpstr>
      <vt:lpstr>DFD DIAGRAMS</vt:lpstr>
      <vt:lpstr>CONCLUSION</vt:lpstr>
      <vt:lpstr>REFERENCES</vt:lpstr>
      <vt:lpstr>REFERENCES</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Tips to Prepare for an Exam</dc:title>
  <dc:creator>Nagam Chenchulakshmi</dc:creator>
  <cp:lastModifiedBy>Arjun K P.</cp:lastModifiedBy>
  <cp:revision>268</cp:revision>
  <dcterms:created xsi:type="dcterms:W3CDTF">2024-08-17T15:37:17Z</dcterms:created>
  <dcterms:modified xsi:type="dcterms:W3CDTF">2025-06-09T12:51:13Z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A3CB773200E643D59878B61E75C48E52_12</vt:lpwstr>
  </property>
  <property fmtid="{D5CDD505-2E9C-101B-9397-08002B2CF9AE}" pid="3" name="KSOProductBuildVer">
    <vt:lpwstr>1033-12.2.0.17119</vt:lpwstr>
  </property>
</Properties>
</file>